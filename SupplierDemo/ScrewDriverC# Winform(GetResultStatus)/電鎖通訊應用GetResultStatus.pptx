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4.xml" ContentType="application/vnd.openxmlformats-officedocument.theme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5.xml" ContentType="application/vnd.openxmlformats-officedocument.theme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theme/theme6.xml" ContentType="application/vnd.openxmlformats-officedocument.theme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theme/theme7.xml" ContentType="application/vnd.openxmlformats-officedocument.theme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theme/theme8.xml" ContentType="application/vnd.openxmlformats-officedocument.theme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theme/theme9.xml" ContentType="application/vnd.openxmlformats-officedocument.theme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theme/theme10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85" r:id="rId3"/>
    <p:sldMasterId id="2147483699" r:id="rId4"/>
    <p:sldMasterId id="2147483713" r:id="rId5"/>
    <p:sldMasterId id="2147483727" r:id="rId6"/>
    <p:sldMasterId id="2147483739" r:id="rId7"/>
    <p:sldMasterId id="2147483751" r:id="rId8"/>
    <p:sldMasterId id="2147483764" r:id="rId9"/>
    <p:sldMasterId id="2147483777" r:id="rId10"/>
  </p:sldMasterIdLst>
  <p:sldIdLst>
    <p:sldId id="257" r:id="rId11"/>
    <p:sldId id="284" r:id="rId12"/>
    <p:sldId id="285" r:id="rId13"/>
    <p:sldId id="286" r:id="rId14"/>
    <p:sldId id="287" r:id="rId15"/>
    <p:sldId id="289" r:id="rId16"/>
    <p:sldId id="256" r:id="rId17"/>
  </p:sldIdLst>
  <p:sldSz cx="12192000" cy="6858000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Arial" charset="0"/>
      </a:defRPr>
    </a:lvl1pPr>
    <a:lvl2pPr marL="456038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Arial" charset="0"/>
      </a:defRPr>
    </a:lvl2pPr>
    <a:lvl3pPr marL="912075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Arial" charset="0"/>
      </a:defRPr>
    </a:lvl3pPr>
    <a:lvl4pPr marL="1368132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Arial" charset="0"/>
      </a:defRPr>
    </a:lvl4pPr>
    <a:lvl5pPr marL="1824171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Arial" charset="0"/>
      </a:defRPr>
    </a:lvl5pPr>
    <a:lvl6pPr marL="2280223" algn="l" defTabSz="912075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Arial" charset="0"/>
      </a:defRPr>
    </a:lvl6pPr>
    <a:lvl7pPr marL="2736262" algn="l" defTabSz="912075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Arial" charset="0"/>
      </a:defRPr>
    </a:lvl7pPr>
    <a:lvl8pPr marL="3192311" algn="l" defTabSz="912075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Arial" charset="0"/>
      </a:defRPr>
    </a:lvl8pPr>
    <a:lvl9pPr marL="3648355" algn="l" defTabSz="912075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Arial" charset="0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E78D6"/>
    <a:srgbClr val="0000FF"/>
    <a:srgbClr val="00FF00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857" autoAdjust="0"/>
  </p:normalViewPr>
  <p:slideViewPr>
    <p:cSldViewPr snapToGrid="0">
      <p:cViewPr>
        <p:scale>
          <a:sx n="66" d="100"/>
          <a:sy n="66" d="100"/>
        </p:scale>
        <p:origin x="1301" y="2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3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6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5.xml"/><Relationship Id="rId10" Type="http://schemas.openxmlformats.org/officeDocument/2006/relationships/slideMaster" Target="slideMasters/slideMaster10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8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9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1537"/>
            <a:ext cx="10363200" cy="146896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608035" indent="0" algn="ctr">
              <a:buNone/>
              <a:defRPr/>
            </a:lvl2pPr>
            <a:lvl3pPr marL="1216070" indent="0" algn="ctr">
              <a:buNone/>
              <a:defRPr/>
            </a:lvl3pPr>
            <a:lvl4pPr marL="1824130" indent="0" algn="ctr">
              <a:buNone/>
              <a:defRPr/>
            </a:lvl4pPr>
            <a:lvl5pPr marL="2432167" indent="0" algn="ctr">
              <a:buNone/>
              <a:defRPr/>
            </a:lvl5pPr>
            <a:lvl6pPr marL="3040221" indent="0" algn="ctr">
              <a:buNone/>
              <a:defRPr/>
            </a:lvl6pPr>
            <a:lvl7pPr marL="3648258" indent="0" algn="ctr">
              <a:buNone/>
              <a:defRPr/>
            </a:lvl7pPr>
            <a:lvl8pPr marL="4256308" indent="0" algn="ctr">
              <a:buNone/>
              <a:defRPr/>
            </a:lvl8pPr>
            <a:lvl9pPr marL="4864352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2848007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596204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3133"/>
          </a:xfrm>
        </p:spPr>
        <p:txBody>
          <a:bodyPr/>
          <a:lstStyle>
            <a:lvl1pPr algn="l">
              <a:defRPr sz="5333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187"/>
            <a:ext cx="10363200" cy="1500716"/>
          </a:xfrm>
        </p:spPr>
        <p:txBody>
          <a:bodyPr anchor="b"/>
          <a:lstStyle>
            <a:lvl1pPr marL="0" indent="0">
              <a:buNone/>
              <a:defRPr sz="2667"/>
            </a:lvl1pPr>
            <a:lvl2pPr marL="608035" indent="0">
              <a:buNone/>
              <a:defRPr sz="2400"/>
            </a:lvl2pPr>
            <a:lvl3pPr marL="1216070" indent="0">
              <a:buNone/>
              <a:defRPr sz="2133"/>
            </a:lvl3pPr>
            <a:lvl4pPr marL="1824130" indent="0">
              <a:buNone/>
              <a:defRPr sz="1867"/>
            </a:lvl4pPr>
            <a:lvl5pPr marL="2432167" indent="0">
              <a:buNone/>
              <a:defRPr sz="1867"/>
            </a:lvl5pPr>
            <a:lvl6pPr marL="3040221" indent="0">
              <a:buNone/>
              <a:defRPr sz="1867"/>
            </a:lvl6pPr>
            <a:lvl7pPr marL="3648258" indent="0">
              <a:buNone/>
              <a:defRPr sz="1867"/>
            </a:lvl7pPr>
            <a:lvl8pPr marL="4256308" indent="0">
              <a:buNone/>
              <a:defRPr sz="1867"/>
            </a:lvl8pPr>
            <a:lvl9pPr marL="4864352" indent="0">
              <a:buNone/>
              <a:defRPr sz="1867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355613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24417" y="5734052"/>
            <a:ext cx="3113616" cy="768349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3941234" y="5734052"/>
            <a:ext cx="3115733" cy="768349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659672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275167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4" y="1534584"/>
            <a:ext cx="5386917" cy="6413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8035" indent="0">
              <a:buNone/>
              <a:defRPr sz="2667" b="1"/>
            </a:lvl2pPr>
            <a:lvl3pPr marL="1216070" indent="0">
              <a:buNone/>
              <a:defRPr sz="2400" b="1"/>
            </a:lvl3pPr>
            <a:lvl4pPr marL="1824130" indent="0">
              <a:buNone/>
              <a:defRPr sz="2133" b="1"/>
            </a:lvl4pPr>
            <a:lvl5pPr marL="2432167" indent="0">
              <a:buNone/>
              <a:defRPr sz="2133" b="1"/>
            </a:lvl5pPr>
            <a:lvl6pPr marL="3040221" indent="0">
              <a:buNone/>
              <a:defRPr sz="2133" b="1"/>
            </a:lvl6pPr>
            <a:lvl7pPr marL="3648258" indent="0">
              <a:buNone/>
              <a:defRPr sz="2133" b="1"/>
            </a:lvl7pPr>
            <a:lvl8pPr marL="4256308" indent="0">
              <a:buNone/>
              <a:defRPr sz="2133" b="1"/>
            </a:lvl8pPr>
            <a:lvl9pPr marL="4864352" indent="0">
              <a:buNone/>
              <a:defRPr sz="2133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4" y="2175935"/>
            <a:ext cx="5386917" cy="3949700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86" y="1534584"/>
            <a:ext cx="5389033" cy="6413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8035" indent="0">
              <a:buNone/>
              <a:defRPr sz="2667" b="1"/>
            </a:lvl2pPr>
            <a:lvl3pPr marL="1216070" indent="0">
              <a:buNone/>
              <a:defRPr sz="2400" b="1"/>
            </a:lvl3pPr>
            <a:lvl4pPr marL="1824130" indent="0">
              <a:buNone/>
              <a:defRPr sz="2133" b="1"/>
            </a:lvl4pPr>
            <a:lvl5pPr marL="2432167" indent="0">
              <a:buNone/>
              <a:defRPr sz="2133" b="1"/>
            </a:lvl5pPr>
            <a:lvl6pPr marL="3040221" indent="0">
              <a:buNone/>
              <a:defRPr sz="2133" b="1"/>
            </a:lvl6pPr>
            <a:lvl7pPr marL="3648258" indent="0">
              <a:buNone/>
              <a:defRPr sz="2133" b="1"/>
            </a:lvl7pPr>
            <a:lvl8pPr marL="4256308" indent="0">
              <a:buNone/>
              <a:defRPr sz="2133" b="1"/>
            </a:lvl8pPr>
            <a:lvl9pPr marL="4864352" indent="0">
              <a:buNone/>
              <a:defRPr sz="2133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86" y="2175935"/>
            <a:ext cx="5389033" cy="3949700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1906519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3406528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9075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84"/>
            <a:ext cx="4011084" cy="116204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77"/>
            <a:ext cx="6815667" cy="585258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0"/>
            <a:ext cx="4011084" cy="4690533"/>
          </a:xfrm>
        </p:spPr>
        <p:txBody>
          <a:bodyPr/>
          <a:lstStyle>
            <a:lvl1pPr marL="0" indent="0">
              <a:buNone/>
              <a:defRPr sz="1867"/>
            </a:lvl1pPr>
            <a:lvl2pPr marL="608035" indent="0">
              <a:buNone/>
              <a:defRPr sz="1600"/>
            </a:lvl2pPr>
            <a:lvl3pPr marL="1216070" indent="0">
              <a:buNone/>
              <a:defRPr sz="1333"/>
            </a:lvl3pPr>
            <a:lvl4pPr marL="1824130" indent="0">
              <a:buNone/>
              <a:defRPr sz="1200"/>
            </a:lvl4pPr>
            <a:lvl5pPr marL="2432167" indent="0">
              <a:buNone/>
              <a:defRPr sz="1200"/>
            </a:lvl5pPr>
            <a:lvl6pPr marL="3040221" indent="0">
              <a:buNone/>
              <a:defRPr sz="1200"/>
            </a:lvl6pPr>
            <a:lvl7pPr marL="3648258" indent="0">
              <a:buNone/>
              <a:defRPr sz="1200"/>
            </a:lvl7pPr>
            <a:lvl8pPr marL="4256308" indent="0">
              <a:buNone/>
              <a:defRPr sz="1200"/>
            </a:lvl8pPr>
            <a:lvl9pPr marL="4864352" indent="0">
              <a:buNone/>
              <a:defRPr sz="12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790676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7267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3833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8035" indent="0">
              <a:buNone/>
              <a:defRPr sz="3733"/>
            </a:lvl2pPr>
            <a:lvl3pPr marL="1216070" indent="0">
              <a:buNone/>
              <a:defRPr sz="3200"/>
            </a:lvl3pPr>
            <a:lvl4pPr marL="1824130" indent="0">
              <a:buNone/>
              <a:defRPr sz="2667"/>
            </a:lvl4pPr>
            <a:lvl5pPr marL="2432167" indent="0">
              <a:buNone/>
              <a:defRPr sz="2667"/>
            </a:lvl5pPr>
            <a:lvl6pPr marL="3040221" indent="0">
              <a:buNone/>
              <a:defRPr sz="2667"/>
            </a:lvl6pPr>
            <a:lvl7pPr marL="3648258" indent="0">
              <a:buNone/>
              <a:defRPr sz="2667"/>
            </a:lvl7pPr>
            <a:lvl8pPr marL="4256308" indent="0">
              <a:buNone/>
              <a:defRPr sz="2667"/>
            </a:lvl8pPr>
            <a:lvl9pPr marL="4864352" indent="0">
              <a:buNone/>
              <a:defRPr sz="2667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868"/>
            <a:ext cx="7315200" cy="804333"/>
          </a:xfrm>
        </p:spPr>
        <p:txBody>
          <a:bodyPr/>
          <a:lstStyle>
            <a:lvl1pPr marL="0" indent="0">
              <a:buNone/>
              <a:defRPr sz="1867"/>
            </a:lvl1pPr>
            <a:lvl2pPr marL="608035" indent="0">
              <a:buNone/>
              <a:defRPr sz="1600"/>
            </a:lvl2pPr>
            <a:lvl3pPr marL="1216070" indent="0">
              <a:buNone/>
              <a:defRPr sz="1333"/>
            </a:lvl3pPr>
            <a:lvl4pPr marL="1824130" indent="0">
              <a:buNone/>
              <a:defRPr sz="1200"/>
            </a:lvl4pPr>
            <a:lvl5pPr marL="2432167" indent="0">
              <a:buNone/>
              <a:defRPr sz="1200"/>
            </a:lvl5pPr>
            <a:lvl6pPr marL="3040221" indent="0">
              <a:buNone/>
              <a:defRPr sz="1200"/>
            </a:lvl6pPr>
            <a:lvl7pPr marL="3648258" indent="0">
              <a:buNone/>
              <a:defRPr sz="1200"/>
            </a:lvl7pPr>
            <a:lvl8pPr marL="4256308" indent="0">
              <a:buNone/>
              <a:defRPr sz="1200"/>
            </a:lvl8pPr>
            <a:lvl9pPr marL="4864352" indent="0">
              <a:buNone/>
              <a:defRPr sz="12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9480134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570896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034617" y="548240"/>
            <a:ext cx="1803400" cy="5954183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24417" y="548240"/>
            <a:ext cx="5207000" cy="5954183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2080272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547" y="2130472"/>
            <a:ext cx="10362907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9094" y="3886200"/>
            <a:ext cx="8533813" cy="1752600"/>
          </a:xfrm>
          <a:prstGeom prst="rect">
            <a:avLst/>
          </a:prstGeom>
        </p:spPr>
        <p:txBody>
          <a:bodyPr lIns="91345" tIns="45672" rIns="91345" bIns="45672"/>
          <a:lstStyle>
            <a:lvl1pPr marL="0" indent="0" algn="ctr">
              <a:buNone/>
              <a:defRPr/>
            </a:lvl1pPr>
            <a:lvl2pPr marL="608935" indent="0" algn="ctr">
              <a:buNone/>
              <a:defRPr/>
            </a:lvl2pPr>
            <a:lvl3pPr marL="1217870" indent="0" algn="ctr">
              <a:buNone/>
              <a:defRPr/>
            </a:lvl3pPr>
            <a:lvl4pPr marL="1826816" indent="0" algn="ctr">
              <a:buNone/>
              <a:defRPr/>
            </a:lvl4pPr>
            <a:lvl5pPr marL="2435746" indent="0" algn="ctr">
              <a:buNone/>
              <a:defRPr/>
            </a:lvl5pPr>
            <a:lvl6pPr marL="3044692" indent="0" algn="ctr">
              <a:buNone/>
              <a:defRPr/>
            </a:lvl6pPr>
            <a:lvl7pPr marL="3653627" indent="0" algn="ctr">
              <a:buNone/>
              <a:defRPr/>
            </a:lvl7pPr>
            <a:lvl8pPr marL="4262565" indent="0" algn="ctr">
              <a:buNone/>
              <a:defRPr/>
            </a:lvl8pPr>
            <a:lvl9pPr marL="4871506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284391-D8D3-494B-A197-8C82BDAD8668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7315638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09714" y="1600205"/>
            <a:ext cx="10972604" cy="4525963"/>
          </a:xfrm>
          <a:prstGeom prst="rect">
            <a:avLst/>
          </a:prstGeom>
        </p:spPr>
        <p:txBody>
          <a:bodyPr lIns="91345" tIns="45672" rIns="91345" bIns="45672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CF6401-0314-4FE4-871E-5C4012316303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5708430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417" y="4406925"/>
            <a:ext cx="10362905" cy="1362075"/>
          </a:xfrm>
        </p:spPr>
        <p:txBody>
          <a:bodyPr/>
          <a:lstStyle>
            <a:lvl1pPr algn="l">
              <a:defRPr sz="5333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417" y="2906713"/>
            <a:ext cx="10362905" cy="1500187"/>
          </a:xfrm>
          <a:prstGeom prst="rect">
            <a:avLst/>
          </a:prstGeom>
        </p:spPr>
        <p:txBody>
          <a:bodyPr lIns="91345" tIns="45672" rIns="91345" bIns="45672" anchor="b"/>
          <a:lstStyle>
            <a:lvl1pPr marL="0" indent="0">
              <a:buNone/>
              <a:defRPr sz="2667"/>
            </a:lvl1pPr>
            <a:lvl2pPr marL="608935" indent="0">
              <a:buNone/>
              <a:defRPr sz="2400"/>
            </a:lvl2pPr>
            <a:lvl3pPr marL="1217870" indent="0">
              <a:buNone/>
              <a:defRPr sz="2133"/>
            </a:lvl3pPr>
            <a:lvl4pPr marL="1826816" indent="0">
              <a:buNone/>
              <a:defRPr sz="1867"/>
            </a:lvl4pPr>
            <a:lvl5pPr marL="2435746" indent="0">
              <a:buNone/>
              <a:defRPr sz="1867"/>
            </a:lvl5pPr>
            <a:lvl6pPr marL="3044692" indent="0">
              <a:buNone/>
              <a:defRPr sz="1867"/>
            </a:lvl6pPr>
            <a:lvl7pPr marL="3653627" indent="0">
              <a:buNone/>
              <a:defRPr sz="1867"/>
            </a:lvl7pPr>
            <a:lvl8pPr marL="4262565" indent="0">
              <a:buNone/>
              <a:defRPr sz="1867"/>
            </a:lvl8pPr>
            <a:lvl9pPr marL="4871506" indent="0">
              <a:buNone/>
              <a:defRPr sz="1867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88496C-2B48-4038-A997-33923D4E68F7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2675404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706" y="1600205"/>
            <a:ext cx="5391525" cy="4525963"/>
          </a:xfrm>
          <a:prstGeom prst="rect">
            <a:avLst/>
          </a:prstGeom>
        </p:spPr>
        <p:txBody>
          <a:bodyPr lIns="91345" tIns="45672" rIns="91345" bIns="45672"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88823" y="1600205"/>
            <a:ext cx="5393480" cy="4525963"/>
          </a:xfrm>
          <a:prstGeom prst="rect">
            <a:avLst/>
          </a:prstGeom>
        </p:spPr>
        <p:txBody>
          <a:bodyPr lIns="91345" tIns="45672" rIns="91345" bIns="45672"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BEBA0D-75FD-46D0-B7D2-E9D8E683C02F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8516358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714" y="274639"/>
            <a:ext cx="10972604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713" y="1535113"/>
            <a:ext cx="5387617" cy="639763"/>
          </a:xfrm>
          <a:prstGeom prst="rect">
            <a:avLst/>
          </a:prstGeom>
        </p:spPr>
        <p:txBody>
          <a:bodyPr lIns="91345" tIns="45672" rIns="91345" bIns="45672" anchor="b"/>
          <a:lstStyle>
            <a:lvl1pPr marL="0" indent="0">
              <a:buNone/>
              <a:defRPr sz="3200" b="1"/>
            </a:lvl1pPr>
            <a:lvl2pPr marL="608935" indent="0">
              <a:buNone/>
              <a:defRPr sz="2667" b="1"/>
            </a:lvl2pPr>
            <a:lvl3pPr marL="1217870" indent="0">
              <a:buNone/>
              <a:defRPr sz="2400" b="1"/>
            </a:lvl3pPr>
            <a:lvl4pPr marL="1826816" indent="0">
              <a:buNone/>
              <a:defRPr sz="2133" b="1"/>
            </a:lvl4pPr>
            <a:lvl5pPr marL="2435746" indent="0">
              <a:buNone/>
              <a:defRPr sz="2133" b="1"/>
            </a:lvl5pPr>
            <a:lvl6pPr marL="3044692" indent="0">
              <a:buNone/>
              <a:defRPr sz="2133" b="1"/>
            </a:lvl6pPr>
            <a:lvl7pPr marL="3653627" indent="0">
              <a:buNone/>
              <a:defRPr sz="2133" b="1"/>
            </a:lvl7pPr>
            <a:lvl8pPr marL="4262565" indent="0">
              <a:buNone/>
              <a:defRPr sz="2133" b="1"/>
            </a:lvl8pPr>
            <a:lvl9pPr marL="4871506" indent="0">
              <a:buNone/>
              <a:defRPr sz="2133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713" y="2174875"/>
            <a:ext cx="5387617" cy="3951288"/>
          </a:xfrm>
          <a:prstGeom prst="rect">
            <a:avLst/>
          </a:prstGeom>
        </p:spPr>
        <p:txBody>
          <a:bodyPr lIns="91345" tIns="45672" rIns="91345" bIns="45672"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2732" y="1535113"/>
            <a:ext cx="5389571" cy="639763"/>
          </a:xfrm>
          <a:prstGeom prst="rect">
            <a:avLst/>
          </a:prstGeom>
        </p:spPr>
        <p:txBody>
          <a:bodyPr lIns="91345" tIns="45672" rIns="91345" bIns="45672" anchor="b"/>
          <a:lstStyle>
            <a:lvl1pPr marL="0" indent="0">
              <a:buNone/>
              <a:defRPr sz="3200" b="1"/>
            </a:lvl1pPr>
            <a:lvl2pPr marL="608935" indent="0">
              <a:buNone/>
              <a:defRPr sz="2667" b="1"/>
            </a:lvl2pPr>
            <a:lvl3pPr marL="1217870" indent="0">
              <a:buNone/>
              <a:defRPr sz="2400" b="1"/>
            </a:lvl3pPr>
            <a:lvl4pPr marL="1826816" indent="0">
              <a:buNone/>
              <a:defRPr sz="2133" b="1"/>
            </a:lvl4pPr>
            <a:lvl5pPr marL="2435746" indent="0">
              <a:buNone/>
              <a:defRPr sz="2133" b="1"/>
            </a:lvl5pPr>
            <a:lvl6pPr marL="3044692" indent="0">
              <a:buNone/>
              <a:defRPr sz="2133" b="1"/>
            </a:lvl6pPr>
            <a:lvl7pPr marL="3653627" indent="0">
              <a:buNone/>
              <a:defRPr sz="2133" b="1"/>
            </a:lvl7pPr>
            <a:lvl8pPr marL="4262565" indent="0">
              <a:buNone/>
              <a:defRPr sz="2133" b="1"/>
            </a:lvl8pPr>
            <a:lvl9pPr marL="4871506" indent="0">
              <a:buNone/>
              <a:defRPr sz="2133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2732" y="2174875"/>
            <a:ext cx="5389571" cy="3951288"/>
          </a:xfrm>
          <a:prstGeom prst="rect">
            <a:avLst/>
          </a:prstGeom>
        </p:spPr>
        <p:txBody>
          <a:bodyPr lIns="91345" tIns="45672" rIns="91345" bIns="45672"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E154A5-6FA1-4F54-AA9E-5994169DE16A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490718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F30919-0B1B-4905-A9C8-CBB53A334A4C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1106744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AA764D-153A-4505-BC3E-0C3AE73137A3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3762300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712" y="273049"/>
            <a:ext cx="4011889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235" y="273064"/>
            <a:ext cx="6816108" cy="5853113"/>
          </a:xfrm>
          <a:prstGeom prst="rect">
            <a:avLst/>
          </a:prstGeom>
        </p:spPr>
        <p:txBody>
          <a:bodyPr lIns="91345" tIns="45672" rIns="91345" bIns="45672"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712" y="1435104"/>
            <a:ext cx="4011889" cy="4691063"/>
          </a:xfrm>
          <a:prstGeom prst="rect">
            <a:avLst/>
          </a:prstGeom>
        </p:spPr>
        <p:txBody>
          <a:bodyPr lIns="91345" tIns="45672" rIns="91345" bIns="45672"/>
          <a:lstStyle>
            <a:lvl1pPr marL="0" indent="0">
              <a:buNone/>
              <a:defRPr sz="1867"/>
            </a:lvl1pPr>
            <a:lvl2pPr marL="608935" indent="0">
              <a:buNone/>
              <a:defRPr sz="1600"/>
            </a:lvl2pPr>
            <a:lvl3pPr marL="1217870" indent="0">
              <a:buNone/>
              <a:defRPr sz="1333"/>
            </a:lvl3pPr>
            <a:lvl4pPr marL="1826816" indent="0">
              <a:buNone/>
              <a:defRPr sz="1200"/>
            </a:lvl4pPr>
            <a:lvl5pPr marL="2435746" indent="0">
              <a:buNone/>
              <a:defRPr sz="1200"/>
            </a:lvl5pPr>
            <a:lvl6pPr marL="3044692" indent="0">
              <a:buNone/>
              <a:defRPr sz="1200"/>
            </a:lvl6pPr>
            <a:lvl7pPr marL="3653627" indent="0">
              <a:buNone/>
              <a:defRPr sz="1200"/>
            </a:lvl7pPr>
            <a:lvl8pPr marL="4262565" indent="0">
              <a:buNone/>
              <a:defRPr sz="1200"/>
            </a:lvl8pPr>
            <a:lvl9pPr marL="4871506" indent="0">
              <a:buNone/>
              <a:defRPr sz="12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B9AD51-DA61-4A66-AD19-1C26890BCA04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4701610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953" y="4800601"/>
            <a:ext cx="7314417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953" y="612775"/>
            <a:ext cx="7314417" cy="4114800"/>
          </a:xfrm>
          <a:prstGeom prst="rect">
            <a:avLst/>
          </a:prstGeom>
        </p:spPr>
        <p:txBody>
          <a:bodyPr lIns="91345" tIns="45672" rIns="91345" bIns="45672"/>
          <a:lstStyle>
            <a:lvl1pPr marL="0" indent="0">
              <a:buNone/>
              <a:defRPr sz="4267"/>
            </a:lvl1pPr>
            <a:lvl2pPr marL="608935" indent="0">
              <a:buNone/>
              <a:defRPr sz="3733"/>
            </a:lvl2pPr>
            <a:lvl3pPr marL="1217870" indent="0">
              <a:buNone/>
              <a:defRPr sz="3200"/>
            </a:lvl3pPr>
            <a:lvl4pPr marL="1826816" indent="0">
              <a:buNone/>
              <a:defRPr sz="2667"/>
            </a:lvl4pPr>
            <a:lvl5pPr marL="2435746" indent="0">
              <a:buNone/>
              <a:defRPr sz="2667"/>
            </a:lvl5pPr>
            <a:lvl6pPr marL="3044692" indent="0">
              <a:buNone/>
              <a:defRPr sz="2667"/>
            </a:lvl6pPr>
            <a:lvl7pPr marL="3653627" indent="0">
              <a:buNone/>
              <a:defRPr sz="2667"/>
            </a:lvl7pPr>
            <a:lvl8pPr marL="4262565" indent="0">
              <a:buNone/>
              <a:defRPr sz="2667"/>
            </a:lvl8pPr>
            <a:lvl9pPr marL="4871506" indent="0">
              <a:buNone/>
              <a:defRPr sz="2667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953" y="5367358"/>
            <a:ext cx="7314417" cy="804863"/>
          </a:xfrm>
          <a:prstGeom prst="rect">
            <a:avLst/>
          </a:prstGeom>
        </p:spPr>
        <p:txBody>
          <a:bodyPr lIns="91345" tIns="45672" rIns="91345" bIns="45672"/>
          <a:lstStyle>
            <a:lvl1pPr marL="0" indent="0">
              <a:buNone/>
              <a:defRPr sz="1867"/>
            </a:lvl1pPr>
            <a:lvl2pPr marL="608935" indent="0">
              <a:buNone/>
              <a:defRPr sz="1600"/>
            </a:lvl2pPr>
            <a:lvl3pPr marL="1217870" indent="0">
              <a:buNone/>
              <a:defRPr sz="1333"/>
            </a:lvl3pPr>
            <a:lvl4pPr marL="1826816" indent="0">
              <a:buNone/>
              <a:defRPr sz="1200"/>
            </a:lvl4pPr>
            <a:lvl5pPr marL="2435746" indent="0">
              <a:buNone/>
              <a:defRPr sz="1200"/>
            </a:lvl5pPr>
            <a:lvl6pPr marL="3044692" indent="0">
              <a:buNone/>
              <a:defRPr sz="1200"/>
            </a:lvl6pPr>
            <a:lvl7pPr marL="3653627" indent="0">
              <a:buNone/>
              <a:defRPr sz="1200"/>
            </a:lvl7pPr>
            <a:lvl8pPr marL="4262565" indent="0">
              <a:buNone/>
              <a:defRPr sz="1200"/>
            </a:lvl8pPr>
            <a:lvl9pPr marL="4871506" indent="0">
              <a:buNone/>
              <a:defRPr sz="12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9B380F-34AA-4CF1-89AC-87CCD7BCA2F0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7287610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714" y="1600205"/>
            <a:ext cx="10972604" cy="4525963"/>
          </a:xfrm>
          <a:prstGeom prst="rect">
            <a:avLst/>
          </a:prstGeom>
        </p:spPr>
        <p:txBody>
          <a:bodyPr vert="eaVert" lIns="91345" tIns="45672" rIns="91345" bIns="45672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A0864E-BA67-4E49-8796-AE8EA7BC4AE2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4600413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998904" y="328634"/>
            <a:ext cx="2856981" cy="579755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24094" y="328634"/>
            <a:ext cx="8387252" cy="5797551"/>
          </a:xfrm>
          <a:prstGeom prst="rect">
            <a:avLst/>
          </a:prstGeom>
        </p:spPr>
        <p:txBody>
          <a:bodyPr vert="eaVert" lIns="91345" tIns="45672" rIns="91345" bIns="45672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0472FA-E09D-49BA-902C-385C98810000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4462687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ser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10"/>
          <p:cNvSpPr txBox="1">
            <a:spLocks noChangeArrowheads="1"/>
          </p:cNvSpPr>
          <p:nvPr/>
        </p:nvSpPr>
        <p:spPr bwMode="auto">
          <a:xfrm>
            <a:off x="264584" y="6548967"/>
            <a:ext cx="2207683" cy="328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1793" tIns="60896" rIns="121793" bIns="60896" anchor="b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333" dirty="0">
                <a:solidFill>
                  <a:srgbClr val="4D4D4D"/>
                </a:solidFill>
              </a:rPr>
              <a:t>Delta Confidential</a:t>
            </a:r>
            <a:endParaRPr kumimoji="0" lang="zh-TW" altLang="en-US" sz="1333">
              <a:solidFill>
                <a:srgbClr val="4D4D4D"/>
              </a:solidFill>
            </a:endParaRPr>
          </a:p>
        </p:txBody>
      </p:sp>
      <p:pic>
        <p:nvPicPr>
          <p:cNvPr id="5" name="Picture 8" descr="delta_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135" y="431800"/>
            <a:ext cx="1824567" cy="560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927652" y="2420888"/>
            <a:ext cx="8352928" cy="3312368"/>
          </a:xfrm>
          <a:prstGeom prst="rect">
            <a:avLst/>
          </a:prstGeom>
        </p:spPr>
        <p:txBody>
          <a:bodyPr lIns="91345" tIns="45672" rIns="91345" bIns="45672">
            <a:normAutofit/>
          </a:bodyPr>
          <a:lstStyle>
            <a:lvl1pPr marL="380592" indent="-380592">
              <a:lnSpc>
                <a:spcPts val="2400"/>
              </a:lnSpc>
              <a:spcBef>
                <a:spcPts val="2933"/>
              </a:spcBef>
              <a:buFont typeface="Arial" pitchFamily="34" charset="0"/>
              <a:buChar char="•"/>
              <a:defRPr sz="3733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8935" indent="0">
              <a:buNone/>
              <a:defRPr sz="3733">
                <a:solidFill>
                  <a:schemeClr val="tx1"/>
                </a:solidFill>
              </a:defRPr>
            </a:lvl2pPr>
            <a:lvl3pPr marL="1217870" indent="0">
              <a:buNone/>
              <a:defRPr sz="3733">
                <a:solidFill>
                  <a:schemeClr val="tx1"/>
                </a:solidFill>
              </a:defRPr>
            </a:lvl3pPr>
            <a:lvl4pPr marL="1826816" indent="0">
              <a:buNone/>
              <a:defRPr sz="1200"/>
            </a:lvl4pPr>
            <a:lvl5pPr marL="2435746" indent="0">
              <a:buNone/>
              <a:defRPr sz="1200"/>
            </a:lvl5pPr>
            <a:lvl6pPr marL="3044692" indent="0">
              <a:buNone/>
              <a:defRPr sz="1200"/>
            </a:lvl6pPr>
            <a:lvl7pPr marL="3653627" indent="0">
              <a:buNone/>
              <a:defRPr sz="1200"/>
            </a:lvl7pPr>
            <a:lvl8pPr marL="4262565" indent="0">
              <a:buNone/>
              <a:defRPr sz="1200"/>
            </a:lvl8pPr>
            <a:lvl9pPr marL="4871506" indent="0">
              <a:buNone/>
              <a:defRPr sz="12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10" name="標題 1"/>
          <p:cNvSpPr>
            <a:spLocks noGrp="1"/>
          </p:cNvSpPr>
          <p:nvPr>
            <p:ph type="ctrTitle"/>
          </p:nvPr>
        </p:nvSpPr>
        <p:spPr>
          <a:xfrm>
            <a:off x="2831639" y="404664"/>
            <a:ext cx="8445963" cy="1584176"/>
          </a:xfrm>
        </p:spPr>
        <p:txBody>
          <a:bodyPr>
            <a:noAutofit/>
          </a:bodyPr>
          <a:lstStyle>
            <a:lvl1pPr algn="l">
              <a:defRPr sz="4267" baseline="0">
                <a:solidFill>
                  <a:srgbClr val="0087DC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D1D477E3-9576-4645-B831-782CD4BBE1D9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9480869"/>
      </p:ext>
    </p:extLst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547" y="2130466"/>
            <a:ext cx="10362907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9094" y="3886200"/>
            <a:ext cx="8533813" cy="1752600"/>
          </a:xfrm>
          <a:prstGeom prst="rect">
            <a:avLst/>
          </a:prstGeom>
        </p:spPr>
        <p:txBody>
          <a:bodyPr lIns="91374" tIns="45687" rIns="91374" bIns="45687"/>
          <a:lstStyle>
            <a:lvl1pPr marL="0" indent="0" algn="ctr">
              <a:buNone/>
              <a:defRPr/>
            </a:lvl1pPr>
            <a:lvl2pPr marL="609135" indent="0" algn="ctr">
              <a:buNone/>
              <a:defRPr/>
            </a:lvl2pPr>
            <a:lvl3pPr marL="1218270" indent="0" algn="ctr">
              <a:buNone/>
              <a:defRPr/>
            </a:lvl3pPr>
            <a:lvl4pPr marL="1827410" indent="0" algn="ctr">
              <a:buNone/>
              <a:defRPr/>
            </a:lvl4pPr>
            <a:lvl5pPr marL="2436540" indent="0" algn="ctr">
              <a:buNone/>
              <a:defRPr/>
            </a:lvl5pPr>
            <a:lvl6pPr marL="3045685" indent="0" algn="ctr">
              <a:buNone/>
              <a:defRPr/>
            </a:lvl6pPr>
            <a:lvl7pPr marL="3654821" indent="0" algn="ctr">
              <a:buNone/>
              <a:defRPr/>
            </a:lvl7pPr>
            <a:lvl8pPr marL="4263957" indent="0" algn="ctr">
              <a:buNone/>
              <a:defRPr/>
            </a:lvl8pPr>
            <a:lvl9pPr marL="4873098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284391-D8D3-494B-A197-8C82BDAD8668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182059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09714" y="1600205"/>
            <a:ext cx="10972604" cy="4525963"/>
          </a:xfrm>
          <a:prstGeom prst="rect">
            <a:avLst/>
          </a:prstGeom>
        </p:spPr>
        <p:txBody>
          <a:bodyPr lIns="91374" tIns="45687" rIns="91374" bIns="45687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CF6401-0314-4FE4-871E-5C4012316303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8066027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417" y="4406925"/>
            <a:ext cx="10362905" cy="1362075"/>
          </a:xfrm>
        </p:spPr>
        <p:txBody>
          <a:bodyPr/>
          <a:lstStyle>
            <a:lvl1pPr algn="l">
              <a:defRPr sz="5333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417" y="2906713"/>
            <a:ext cx="10362905" cy="1500187"/>
          </a:xfrm>
          <a:prstGeom prst="rect">
            <a:avLst/>
          </a:prstGeom>
        </p:spPr>
        <p:txBody>
          <a:bodyPr lIns="91374" tIns="45687" rIns="91374" bIns="45687" anchor="b"/>
          <a:lstStyle>
            <a:lvl1pPr marL="0" indent="0">
              <a:buNone/>
              <a:defRPr sz="2667"/>
            </a:lvl1pPr>
            <a:lvl2pPr marL="609135" indent="0">
              <a:buNone/>
              <a:defRPr sz="2400"/>
            </a:lvl2pPr>
            <a:lvl3pPr marL="1218270" indent="0">
              <a:buNone/>
              <a:defRPr sz="2133"/>
            </a:lvl3pPr>
            <a:lvl4pPr marL="1827410" indent="0">
              <a:buNone/>
              <a:defRPr sz="1867"/>
            </a:lvl4pPr>
            <a:lvl5pPr marL="2436540" indent="0">
              <a:buNone/>
              <a:defRPr sz="1867"/>
            </a:lvl5pPr>
            <a:lvl6pPr marL="3045685" indent="0">
              <a:buNone/>
              <a:defRPr sz="1867"/>
            </a:lvl6pPr>
            <a:lvl7pPr marL="3654821" indent="0">
              <a:buNone/>
              <a:defRPr sz="1867"/>
            </a:lvl7pPr>
            <a:lvl8pPr marL="4263957" indent="0">
              <a:buNone/>
              <a:defRPr sz="1867"/>
            </a:lvl8pPr>
            <a:lvl9pPr marL="4873098" indent="0">
              <a:buNone/>
              <a:defRPr sz="1867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88496C-2B48-4038-A997-33923D4E68F7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8525858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706" y="1600205"/>
            <a:ext cx="5391525" cy="4525963"/>
          </a:xfrm>
          <a:prstGeom prst="rect">
            <a:avLst/>
          </a:prstGeom>
        </p:spPr>
        <p:txBody>
          <a:bodyPr lIns="91374" tIns="45687" rIns="91374" bIns="45687"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88823" y="1600205"/>
            <a:ext cx="5393480" cy="4525963"/>
          </a:xfrm>
          <a:prstGeom prst="rect">
            <a:avLst/>
          </a:prstGeom>
        </p:spPr>
        <p:txBody>
          <a:bodyPr lIns="91374" tIns="45687" rIns="91374" bIns="45687"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BEBA0D-75FD-46D0-B7D2-E9D8E683C02F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9369835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714" y="274639"/>
            <a:ext cx="10972604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713" y="1535113"/>
            <a:ext cx="5387617" cy="639763"/>
          </a:xfrm>
          <a:prstGeom prst="rect">
            <a:avLst/>
          </a:prstGeom>
        </p:spPr>
        <p:txBody>
          <a:bodyPr lIns="91374" tIns="45687" rIns="91374" bIns="45687" anchor="b"/>
          <a:lstStyle>
            <a:lvl1pPr marL="0" indent="0">
              <a:buNone/>
              <a:defRPr sz="3200" b="1"/>
            </a:lvl1pPr>
            <a:lvl2pPr marL="609135" indent="0">
              <a:buNone/>
              <a:defRPr sz="2667" b="1"/>
            </a:lvl2pPr>
            <a:lvl3pPr marL="1218270" indent="0">
              <a:buNone/>
              <a:defRPr sz="2400" b="1"/>
            </a:lvl3pPr>
            <a:lvl4pPr marL="1827410" indent="0">
              <a:buNone/>
              <a:defRPr sz="2133" b="1"/>
            </a:lvl4pPr>
            <a:lvl5pPr marL="2436540" indent="0">
              <a:buNone/>
              <a:defRPr sz="2133" b="1"/>
            </a:lvl5pPr>
            <a:lvl6pPr marL="3045685" indent="0">
              <a:buNone/>
              <a:defRPr sz="2133" b="1"/>
            </a:lvl6pPr>
            <a:lvl7pPr marL="3654821" indent="0">
              <a:buNone/>
              <a:defRPr sz="2133" b="1"/>
            </a:lvl7pPr>
            <a:lvl8pPr marL="4263957" indent="0">
              <a:buNone/>
              <a:defRPr sz="2133" b="1"/>
            </a:lvl8pPr>
            <a:lvl9pPr marL="4873098" indent="0">
              <a:buNone/>
              <a:defRPr sz="2133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713" y="2174875"/>
            <a:ext cx="5387617" cy="3951288"/>
          </a:xfrm>
          <a:prstGeom prst="rect">
            <a:avLst/>
          </a:prstGeom>
        </p:spPr>
        <p:txBody>
          <a:bodyPr lIns="91374" tIns="45687" rIns="91374" bIns="45687"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2732" y="1535113"/>
            <a:ext cx="5389571" cy="639763"/>
          </a:xfrm>
          <a:prstGeom prst="rect">
            <a:avLst/>
          </a:prstGeom>
        </p:spPr>
        <p:txBody>
          <a:bodyPr lIns="91374" tIns="45687" rIns="91374" bIns="45687" anchor="b"/>
          <a:lstStyle>
            <a:lvl1pPr marL="0" indent="0">
              <a:buNone/>
              <a:defRPr sz="3200" b="1"/>
            </a:lvl1pPr>
            <a:lvl2pPr marL="609135" indent="0">
              <a:buNone/>
              <a:defRPr sz="2667" b="1"/>
            </a:lvl2pPr>
            <a:lvl3pPr marL="1218270" indent="0">
              <a:buNone/>
              <a:defRPr sz="2400" b="1"/>
            </a:lvl3pPr>
            <a:lvl4pPr marL="1827410" indent="0">
              <a:buNone/>
              <a:defRPr sz="2133" b="1"/>
            </a:lvl4pPr>
            <a:lvl5pPr marL="2436540" indent="0">
              <a:buNone/>
              <a:defRPr sz="2133" b="1"/>
            </a:lvl5pPr>
            <a:lvl6pPr marL="3045685" indent="0">
              <a:buNone/>
              <a:defRPr sz="2133" b="1"/>
            </a:lvl6pPr>
            <a:lvl7pPr marL="3654821" indent="0">
              <a:buNone/>
              <a:defRPr sz="2133" b="1"/>
            </a:lvl7pPr>
            <a:lvl8pPr marL="4263957" indent="0">
              <a:buNone/>
              <a:defRPr sz="2133" b="1"/>
            </a:lvl8pPr>
            <a:lvl9pPr marL="4873098" indent="0">
              <a:buNone/>
              <a:defRPr sz="2133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2732" y="2174875"/>
            <a:ext cx="5389571" cy="3951288"/>
          </a:xfrm>
          <a:prstGeom prst="rect">
            <a:avLst/>
          </a:prstGeom>
        </p:spPr>
        <p:txBody>
          <a:bodyPr lIns="91374" tIns="45687" rIns="91374" bIns="45687"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E154A5-6FA1-4F54-AA9E-5994169DE16A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3675008"/>
      </p:ext>
    </p:extLst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F30919-0B1B-4905-A9C8-CBB53A334A4C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6078374"/>
      </p:ext>
    </p:extLst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AA764D-153A-4505-BC3E-0C3AE73137A3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3772517"/>
      </p:ext>
    </p:extLst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712" y="273049"/>
            <a:ext cx="4011889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230" y="273064"/>
            <a:ext cx="6816108" cy="5853113"/>
          </a:xfrm>
          <a:prstGeom prst="rect">
            <a:avLst/>
          </a:prstGeom>
        </p:spPr>
        <p:txBody>
          <a:bodyPr lIns="91374" tIns="45687" rIns="91374" bIns="45687"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712" y="1435104"/>
            <a:ext cx="4011889" cy="4691063"/>
          </a:xfrm>
          <a:prstGeom prst="rect">
            <a:avLst/>
          </a:prstGeom>
        </p:spPr>
        <p:txBody>
          <a:bodyPr lIns="91374" tIns="45687" rIns="91374" bIns="45687"/>
          <a:lstStyle>
            <a:lvl1pPr marL="0" indent="0">
              <a:buNone/>
              <a:defRPr sz="1867"/>
            </a:lvl1pPr>
            <a:lvl2pPr marL="609135" indent="0">
              <a:buNone/>
              <a:defRPr sz="1600"/>
            </a:lvl2pPr>
            <a:lvl3pPr marL="1218270" indent="0">
              <a:buNone/>
              <a:defRPr sz="1333"/>
            </a:lvl3pPr>
            <a:lvl4pPr marL="1827410" indent="0">
              <a:buNone/>
              <a:defRPr sz="1200"/>
            </a:lvl4pPr>
            <a:lvl5pPr marL="2436540" indent="0">
              <a:buNone/>
              <a:defRPr sz="1200"/>
            </a:lvl5pPr>
            <a:lvl6pPr marL="3045685" indent="0">
              <a:buNone/>
              <a:defRPr sz="1200"/>
            </a:lvl6pPr>
            <a:lvl7pPr marL="3654821" indent="0">
              <a:buNone/>
              <a:defRPr sz="1200"/>
            </a:lvl7pPr>
            <a:lvl8pPr marL="4263957" indent="0">
              <a:buNone/>
              <a:defRPr sz="1200"/>
            </a:lvl8pPr>
            <a:lvl9pPr marL="4873098" indent="0">
              <a:buNone/>
              <a:defRPr sz="12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B9AD51-DA61-4A66-AD19-1C26890BCA04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7955322"/>
      </p:ext>
    </p:extLst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953" y="4800601"/>
            <a:ext cx="7314417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953" y="612775"/>
            <a:ext cx="7314417" cy="4114800"/>
          </a:xfrm>
          <a:prstGeom prst="rect">
            <a:avLst/>
          </a:prstGeom>
        </p:spPr>
        <p:txBody>
          <a:bodyPr lIns="91374" tIns="45687" rIns="91374" bIns="45687"/>
          <a:lstStyle>
            <a:lvl1pPr marL="0" indent="0">
              <a:buNone/>
              <a:defRPr sz="4267"/>
            </a:lvl1pPr>
            <a:lvl2pPr marL="609135" indent="0">
              <a:buNone/>
              <a:defRPr sz="3733"/>
            </a:lvl2pPr>
            <a:lvl3pPr marL="1218270" indent="0">
              <a:buNone/>
              <a:defRPr sz="3200"/>
            </a:lvl3pPr>
            <a:lvl4pPr marL="1827410" indent="0">
              <a:buNone/>
              <a:defRPr sz="2667"/>
            </a:lvl4pPr>
            <a:lvl5pPr marL="2436540" indent="0">
              <a:buNone/>
              <a:defRPr sz="2667"/>
            </a:lvl5pPr>
            <a:lvl6pPr marL="3045685" indent="0">
              <a:buNone/>
              <a:defRPr sz="2667"/>
            </a:lvl6pPr>
            <a:lvl7pPr marL="3654821" indent="0">
              <a:buNone/>
              <a:defRPr sz="2667"/>
            </a:lvl7pPr>
            <a:lvl8pPr marL="4263957" indent="0">
              <a:buNone/>
              <a:defRPr sz="2667"/>
            </a:lvl8pPr>
            <a:lvl9pPr marL="4873098" indent="0">
              <a:buNone/>
              <a:defRPr sz="2667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953" y="5367353"/>
            <a:ext cx="7314417" cy="804863"/>
          </a:xfrm>
          <a:prstGeom prst="rect">
            <a:avLst/>
          </a:prstGeom>
        </p:spPr>
        <p:txBody>
          <a:bodyPr lIns="91374" tIns="45687" rIns="91374" bIns="45687"/>
          <a:lstStyle>
            <a:lvl1pPr marL="0" indent="0">
              <a:buNone/>
              <a:defRPr sz="1867"/>
            </a:lvl1pPr>
            <a:lvl2pPr marL="609135" indent="0">
              <a:buNone/>
              <a:defRPr sz="1600"/>
            </a:lvl2pPr>
            <a:lvl3pPr marL="1218270" indent="0">
              <a:buNone/>
              <a:defRPr sz="1333"/>
            </a:lvl3pPr>
            <a:lvl4pPr marL="1827410" indent="0">
              <a:buNone/>
              <a:defRPr sz="1200"/>
            </a:lvl4pPr>
            <a:lvl5pPr marL="2436540" indent="0">
              <a:buNone/>
              <a:defRPr sz="1200"/>
            </a:lvl5pPr>
            <a:lvl6pPr marL="3045685" indent="0">
              <a:buNone/>
              <a:defRPr sz="1200"/>
            </a:lvl6pPr>
            <a:lvl7pPr marL="3654821" indent="0">
              <a:buNone/>
              <a:defRPr sz="1200"/>
            </a:lvl7pPr>
            <a:lvl8pPr marL="4263957" indent="0">
              <a:buNone/>
              <a:defRPr sz="1200"/>
            </a:lvl8pPr>
            <a:lvl9pPr marL="4873098" indent="0">
              <a:buNone/>
              <a:defRPr sz="12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9B380F-34AA-4CF1-89AC-87CCD7BCA2F0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4875437"/>
      </p:ext>
    </p:extLst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714" y="1600205"/>
            <a:ext cx="10972604" cy="4525963"/>
          </a:xfrm>
          <a:prstGeom prst="rect">
            <a:avLst/>
          </a:prstGeom>
        </p:spPr>
        <p:txBody>
          <a:bodyPr vert="eaVert" lIns="91374" tIns="45687" rIns="91374" bIns="45687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A0864E-BA67-4E49-8796-AE8EA7BC4AE2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2316758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998904" y="328617"/>
            <a:ext cx="2856981" cy="579755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24089" y="328617"/>
            <a:ext cx="8387252" cy="5797551"/>
          </a:xfrm>
          <a:prstGeom prst="rect">
            <a:avLst/>
          </a:prstGeom>
        </p:spPr>
        <p:txBody>
          <a:bodyPr vert="eaVert" lIns="91374" tIns="45687" rIns="91374" bIns="45687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0472FA-E09D-49BA-902C-385C98810000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7440284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ser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10"/>
          <p:cNvSpPr txBox="1">
            <a:spLocks noChangeArrowheads="1"/>
          </p:cNvSpPr>
          <p:nvPr/>
        </p:nvSpPr>
        <p:spPr bwMode="auto">
          <a:xfrm>
            <a:off x="264584" y="6548920"/>
            <a:ext cx="2207683" cy="3281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1832" tIns="60916" rIns="121832" bIns="60916" anchor="b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333" dirty="0">
                <a:solidFill>
                  <a:srgbClr val="4D4D4D"/>
                </a:solidFill>
              </a:rPr>
              <a:t>Delta Confidential</a:t>
            </a:r>
            <a:endParaRPr kumimoji="0" lang="zh-TW" altLang="en-US" sz="1333">
              <a:solidFill>
                <a:srgbClr val="4D4D4D"/>
              </a:solidFill>
            </a:endParaRPr>
          </a:p>
        </p:txBody>
      </p:sp>
      <p:pic>
        <p:nvPicPr>
          <p:cNvPr id="5" name="Picture 8" descr="delta_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130" y="431800"/>
            <a:ext cx="1824567" cy="560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927652" y="2420888"/>
            <a:ext cx="8352928" cy="3312368"/>
          </a:xfrm>
          <a:prstGeom prst="rect">
            <a:avLst/>
          </a:prstGeom>
        </p:spPr>
        <p:txBody>
          <a:bodyPr lIns="91374" tIns="45687" rIns="91374" bIns="45687">
            <a:normAutofit/>
          </a:bodyPr>
          <a:lstStyle>
            <a:lvl1pPr marL="380714" indent="-380714">
              <a:lnSpc>
                <a:spcPts val="2400"/>
              </a:lnSpc>
              <a:spcBef>
                <a:spcPts val="2933"/>
              </a:spcBef>
              <a:buFont typeface="Arial" pitchFamily="34" charset="0"/>
              <a:buChar char="•"/>
              <a:defRPr sz="3733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135" indent="0">
              <a:buNone/>
              <a:defRPr sz="3733">
                <a:solidFill>
                  <a:schemeClr val="tx1"/>
                </a:solidFill>
              </a:defRPr>
            </a:lvl2pPr>
            <a:lvl3pPr marL="1218270" indent="0">
              <a:buNone/>
              <a:defRPr sz="3733">
                <a:solidFill>
                  <a:schemeClr val="tx1"/>
                </a:solidFill>
              </a:defRPr>
            </a:lvl3pPr>
            <a:lvl4pPr marL="1827410" indent="0">
              <a:buNone/>
              <a:defRPr sz="1200"/>
            </a:lvl4pPr>
            <a:lvl5pPr marL="2436540" indent="0">
              <a:buNone/>
              <a:defRPr sz="1200"/>
            </a:lvl5pPr>
            <a:lvl6pPr marL="3045685" indent="0">
              <a:buNone/>
              <a:defRPr sz="1200"/>
            </a:lvl6pPr>
            <a:lvl7pPr marL="3654821" indent="0">
              <a:buNone/>
              <a:defRPr sz="1200"/>
            </a:lvl7pPr>
            <a:lvl8pPr marL="4263957" indent="0">
              <a:buNone/>
              <a:defRPr sz="1200"/>
            </a:lvl8pPr>
            <a:lvl9pPr marL="4873098" indent="0">
              <a:buNone/>
              <a:defRPr sz="12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10" name="標題 1"/>
          <p:cNvSpPr>
            <a:spLocks noGrp="1"/>
          </p:cNvSpPr>
          <p:nvPr>
            <p:ph type="ctrTitle"/>
          </p:nvPr>
        </p:nvSpPr>
        <p:spPr>
          <a:xfrm>
            <a:off x="2831639" y="404664"/>
            <a:ext cx="8445963" cy="1584176"/>
          </a:xfrm>
        </p:spPr>
        <p:txBody>
          <a:bodyPr>
            <a:noAutofit/>
          </a:bodyPr>
          <a:lstStyle>
            <a:lvl1pPr algn="l">
              <a:defRPr sz="4267" baseline="0">
                <a:solidFill>
                  <a:srgbClr val="0087DC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D1D477E3-9576-4645-B831-782CD4BBE1D9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4105011"/>
      </p:ext>
    </p:extLst>
  </p:cSld>
  <p:clrMapOvr>
    <a:masterClrMapping/>
  </p:clrMapOvr>
  <p:hf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9" descr="Cover_16 9_hand_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5" y="0"/>
            <a:ext cx="6093884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431377" y="404665"/>
            <a:ext cx="5184576" cy="1680187"/>
          </a:xfrm>
        </p:spPr>
        <p:txBody>
          <a:bodyPr>
            <a:noAutofit/>
          </a:bodyPr>
          <a:lstStyle>
            <a:lvl1pPr algn="l">
              <a:defRPr sz="4800" baseline="0">
                <a:solidFill>
                  <a:srgbClr val="0087DC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28400" y="5637245"/>
            <a:ext cx="5091541" cy="720080"/>
          </a:xfrm>
          <a:prstGeom prst="rect">
            <a:avLst/>
          </a:prstGeom>
        </p:spPr>
        <p:txBody>
          <a:bodyPr lIns="91374" tIns="45687" rIns="91374" bIns="45687" anchor="b">
            <a:normAutofit/>
          </a:bodyPr>
          <a:lstStyle>
            <a:lvl1pPr marL="0" indent="0" algn="l">
              <a:buNone/>
              <a:defRPr sz="2667" baseline="0">
                <a:solidFill>
                  <a:schemeClr val="tx1"/>
                </a:solidFill>
              </a:defRPr>
            </a:lvl1pPr>
            <a:lvl2pPr marL="6091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2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74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65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56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48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39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30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20750576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547" y="2130474"/>
            <a:ext cx="10362907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9094" y="3886200"/>
            <a:ext cx="8533813" cy="1752600"/>
          </a:xfrm>
          <a:prstGeom prst="rect">
            <a:avLst/>
          </a:prstGeom>
        </p:spPr>
        <p:txBody>
          <a:bodyPr lIns="91331" tIns="45665" rIns="91331" bIns="45665"/>
          <a:lstStyle>
            <a:lvl1pPr marL="0" indent="0" algn="ctr">
              <a:buNone/>
              <a:defRPr/>
            </a:lvl1pPr>
            <a:lvl2pPr marL="608835" indent="0" algn="ctr">
              <a:buNone/>
              <a:defRPr/>
            </a:lvl2pPr>
            <a:lvl3pPr marL="1217670" indent="0" algn="ctr">
              <a:buNone/>
              <a:defRPr/>
            </a:lvl3pPr>
            <a:lvl4pPr marL="1826517" indent="0" algn="ctr">
              <a:buNone/>
              <a:defRPr/>
            </a:lvl4pPr>
            <a:lvl5pPr marL="2435347" indent="0" algn="ctr">
              <a:buNone/>
              <a:defRPr/>
            </a:lvl5pPr>
            <a:lvl6pPr marL="3044195" indent="0" algn="ctr">
              <a:buNone/>
              <a:defRPr/>
            </a:lvl6pPr>
            <a:lvl7pPr marL="3653030" indent="0" algn="ctr">
              <a:buNone/>
              <a:defRPr/>
            </a:lvl7pPr>
            <a:lvl8pPr marL="4261869" indent="0" algn="ctr">
              <a:buNone/>
              <a:defRPr/>
            </a:lvl8pPr>
            <a:lvl9pPr marL="487071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284391-D8D3-494B-A197-8C82BDAD8668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088212"/>
      </p:ext>
    </p:extLst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09714" y="1600205"/>
            <a:ext cx="10972604" cy="4525963"/>
          </a:xfrm>
          <a:prstGeom prst="rect">
            <a:avLst/>
          </a:prstGeom>
        </p:spPr>
        <p:txBody>
          <a:bodyPr lIns="91331" tIns="45665" rIns="91331" bIns="45665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CF6401-0314-4FE4-871E-5C4012316303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4449203"/>
      </p:ext>
    </p:extLst>
  </p:cSld>
  <p:clrMapOvr>
    <a:masterClrMapping/>
  </p:clrMapOvr>
  <p:transition spd="med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417" y="4406925"/>
            <a:ext cx="10362905" cy="1362075"/>
          </a:xfrm>
        </p:spPr>
        <p:txBody>
          <a:bodyPr/>
          <a:lstStyle>
            <a:lvl1pPr algn="l">
              <a:defRPr sz="5333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417" y="2906713"/>
            <a:ext cx="10362905" cy="1500187"/>
          </a:xfrm>
          <a:prstGeom prst="rect">
            <a:avLst/>
          </a:prstGeom>
        </p:spPr>
        <p:txBody>
          <a:bodyPr lIns="91331" tIns="45665" rIns="91331" bIns="45665" anchor="b"/>
          <a:lstStyle>
            <a:lvl1pPr marL="0" indent="0">
              <a:buNone/>
              <a:defRPr sz="2667"/>
            </a:lvl1pPr>
            <a:lvl2pPr marL="608835" indent="0">
              <a:buNone/>
              <a:defRPr sz="2400"/>
            </a:lvl2pPr>
            <a:lvl3pPr marL="1217670" indent="0">
              <a:buNone/>
              <a:defRPr sz="2133"/>
            </a:lvl3pPr>
            <a:lvl4pPr marL="1826517" indent="0">
              <a:buNone/>
              <a:defRPr sz="1867"/>
            </a:lvl4pPr>
            <a:lvl5pPr marL="2435347" indent="0">
              <a:buNone/>
              <a:defRPr sz="1867"/>
            </a:lvl5pPr>
            <a:lvl6pPr marL="3044195" indent="0">
              <a:buNone/>
              <a:defRPr sz="1867"/>
            </a:lvl6pPr>
            <a:lvl7pPr marL="3653030" indent="0">
              <a:buNone/>
              <a:defRPr sz="1867"/>
            </a:lvl7pPr>
            <a:lvl8pPr marL="4261869" indent="0">
              <a:buNone/>
              <a:defRPr sz="1867"/>
            </a:lvl8pPr>
            <a:lvl9pPr marL="4870710" indent="0">
              <a:buNone/>
              <a:defRPr sz="1867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88496C-2B48-4038-A997-33923D4E68F7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2046726"/>
      </p:ext>
    </p:extLst>
  </p:cSld>
  <p:clrMapOvr>
    <a:masterClrMapping/>
  </p:clrMapOvr>
  <p:transition spd="med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706" y="1600205"/>
            <a:ext cx="5391525" cy="4525963"/>
          </a:xfrm>
          <a:prstGeom prst="rect">
            <a:avLst/>
          </a:prstGeom>
        </p:spPr>
        <p:txBody>
          <a:bodyPr lIns="91331" tIns="45665" rIns="91331" bIns="45665"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88823" y="1600205"/>
            <a:ext cx="5393480" cy="4525963"/>
          </a:xfrm>
          <a:prstGeom prst="rect">
            <a:avLst/>
          </a:prstGeom>
        </p:spPr>
        <p:txBody>
          <a:bodyPr lIns="91331" tIns="45665" rIns="91331" bIns="45665"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BEBA0D-75FD-46D0-B7D2-E9D8E683C02F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9641727"/>
      </p:ext>
    </p:extLst>
  </p:cSld>
  <p:clrMapOvr>
    <a:masterClrMapping/>
  </p:clrMapOvr>
  <p:transition spd="med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714" y="274639"/>
            <a:ext cx="10972604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713" y="1535113"/>
            <a:ext cx="5387617" cy="639763"/>
          </a:xfrm>
          <a:prstGeom prst="rect">
            <a:avLst/>
          </a:prstGeom>
        </p:spPr>
        <p:txBody>
          <a:bodyPr lIns="91331" tIns="45665" rIns="91331" bIns="45665" anchor="b"/>
          <a:lstStyle>
            <a:lvl1pPr marL="0" indent="0">
              <a:buNone/>
              <a:defRPr sz="3200" b="1"/>
            </a:lvl1pPr>
            <a:lvl2pPr marL="608835" indent="0">
              <a:buNone/>
              <a:defRPr sz="2667" b="1"/>
            </a:lvl2pPr>
            <a:lvl3pPr marL="1217670" indent="0">
              <a:buNone/>
              <a:defRPr sz="2400" b="1"/>
            </a:lvl3pPr>
            <a:lvl4pPr marL="1826517" indent="0">
              <a:buNone/>
              <a:defRPr sz="2133" b="1"/>
            </a:lvl4pPr>
            <a:lvl5pPr marL="2435347" indent="0">
              <a:buNone/>
              <a:defRPr sz="2133" b="1"/>
            </a:lvl5pPr>
            <a:lvl6pPr marL="3044195" indent="0">
              <a:buNone/>
              <a:defRPr sz="2133" b="1"/>
            </a:lvl6pPr>
            <a:lvl7pPr marL="3653030" indent="0">
              <a:buNone/>
              <a:defRPr sz="2133" b="1"/>
            </a:lvl7pPr>
            <a:lvl8pPr marL="4261869" indent="0">
              <a:buNone/>
              <a:defRPr sz="2133" b="1"/>
            </a:lvl8pPr>
            <a:lvl9pPr marL="4870710" indent="0">
              <a:buNone/>
              <a:defRPr sz="2133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713" y="2174875"/>
            <a:ext cx="5387617" cy="3951288"/>
          </a:xfrm>
          <a:prstGeom prst="rect">
            <a:avLst/>
          </a:prstGeom>
        </p:spPr>
        <p:txBody>
          <a:bodyPr lIns="91331" tIns="45665" rIns="91331" bIns="45665"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2732" y="1535113"/>
            <a:ext cx="5389571" cy="639763"/>
          </a:xfrm>
          <a:prstGeom prst="rect">
            <a:avLst/>
          </a:prstGeom>
        </p:spPr>
        <p:txBody>
          <a:bodyPr lIns="91331" tIns="45665" rIns="91331" bIns="45665" anchor="b"/>
          <a:lstStyle>
            <a:lvl1pPr marL="0" indent="0">
              <a:buNone/>
              <a:defRPr sz="3200" b="1"/>
            </a:lvl1pPr>
            <a:lvl2pPr marL="608835" indent="0">
              <a:buNone/>
              <a:defRPr sz="2667" b="1"/>
            </a:lvl2pPr>
            <a:lvl3pPr marL="1217670" indent="0">
              <a:buNone/>
              <a:defRPr sz="2400" b="1"/>
            </a:lvl3pPr>
            <a:lvl4pPr marL="1826517" indent="0">
              <a:buNone/>
              <a:defRPr sz="2133" b="1"/>
            </a:lvl4pPr>
            <a:lvl5pPr marL="2435347" indent="0">
              <a:buNone/>
              <a:defRPr sz="2133" b="1"/>
            </a:lvl5pPr>
            <a:lvl6pPr marL="3044195" indent="0">
              <a:buNone/>
              <a:defRPr sz="2133" b="1"/>
            </a:lvl6pPr>
            <a:lvl7pPr marL="3653030" indent="0">
              <a:buNone/>
              <a:defRPr sz="2133" b="1"/>
            </a:lvl7pPr>
            <a:lvl8pPr marL="4261869" indent="0">
              <a:buNone/>
              <a:defRPr sz="2133" b="1"/>
            </a:lvl8pPr>
            <a:lvl9pPr marL="4870710" indent="0">
              <a:buNone/>
              <a:defRPr sz="2133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2732" y="2174875"/>
            <a:ext cx="5389571" cy="3951288"/>
          </a:xfrm>
          <a:prstGeom prst="rect">
            <a:avLst/>
          </a:prstGeom>
        </p:spPr>
        <p:txBody>
          <a:bodyPr lIns="91331" tIns="45665" rIns="91331" bIns="45665"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E154A5-6FA1-4F54-AA9E-5994169DE16A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6385471"/>
      </p:ext>
    </p:extLst>
  </p:cSld>
  <p:clrMapOvr>
    <a:masterClrMapping/>
  </p:clrMapOvr>
  <p:transition spd="med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F30919-0B1B-4905-A9C8-CBB53A334A4C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8962596"/>
      </p:ext>
    </p:extLst>
  </p:cSld>
  <p:clrMapOvr>
    <a:masterClrMapping/>
  </p:clrMapOvr>
  <p:transition spd="med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AA764D-153A-4505-BC3E-0C3AE73137A3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2906162"/>
      </p:ext>
    </p:extLst>
  </p:cSld>
  <p:clrMapOvr>
    <a:masterClrMapping/>
  </p:clrMapOvr>
  <p:transition spd="med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712" y="273049"/>
            <a:ext cx="4011889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238" y="273064"/>
            <a:ext cx="6816108" cy="5853113"/>
          </a:xfrm>
          <a:prstGeom prst="rect">
            <a:avLst/>
          </a:prstGeom>
        </p:spPr>
        <p:txBody>
          <a:bodyPr lIns="91331" tIns="45665" rIns="91331" bIns="45665"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712" y="1435104"/>
            <a:ext cx="4011889" cy="4691063"/>
          </a:xfrm>
          <a:prstGeom prst="rect">
            <a:avLst/>
          </a:prstGeom>
        </p:spPr>
        <p:txBody>
          <a:bodyPr lIns="91331" tIns="45665" rIns="91331" bIns="45665"/>
          <a:lstStyle>
            <a:lvl1pPr marL="0" indent="0">
              <a:buNone/>
              <a:defRPr sz="1867"/>
            </a:lvl1pPr>
            <a:lvl2pPr marL="608835" indent="0">
              <a:buNone/>
              <a:defRPr sz="1600"/>
            </a:lvl2pPr>
            <a:lvl3pPr marL="1217670" indent="0">
              <a:buNone/>
              <a:defRPr sz="1333"/>
            </a:lvl3pPr>
            <a:lvl4pPr marL="1826517" indent="0">
              <a:buNone/>
              <a:defRPr sz="1200"/>
            </a:lvl4pPr>
            <a:lvl5pPr marL="2435347" indent="0">
              <a:buNone/>
              <a:defRPr sz="1200"/>
            </a:lvl5pPr>
            <a:lvl6pPr marL="3044195" indent="0">
              <a:buNone/>
              <a:defRPr sz="1200"/>
            </a:lvl6pPr>
            <a:lvl7pPr marL="3653030" indent="0">
              <a:buNone/>
              <a:defRPr sz="1200"/>
            </a:lvl7pPr>
            <a:lvl8pPr marL="4261869" indent="0">
              <a:buNone/>
              <a:defRPr sz="1200"/>
            </a:lvl8pPr>
            <a:lvl9pPr marL="4870710" indent="0">
              <a:buNone/>
              <a:defRPr sz="12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B9AD51-DA61-4A66-AD19-1C26890BCA04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142054"/>
      </p:ext>
    </p:extLst>
  </p:cSld>
  <p:clrMapOvr>
    <a:masterClrMapping/>
  </p:clrMapOvr>
  <p:transition spd="med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953" y="4800601"/>
            <a:ext cx="7314417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953" y="612775"/>
            <a:ext cx="7314417" cy="4114800"/>
          </a:xfrm>
          <a:prstGeom prst="rect">
            <a:avLst/>
          </a:prstGeom>
        </p:spPr>
        <p:txBody>
          <a:bodyPr lIns="91331" tIns="45665" rIns="91331" bIns="45665"/>
          <a:lstStyle>
            <a:lvl1pPr marL="0" indent="0">
              <a:buNone/>
              <a:defRPr sz="4267"/>
            </a:lvl1pPr>
            <a:lvl2pPr marL="608835" indent="0">
              <a:buNone/>
              <a:defRPr sz="3733"/>
            </a:lvl2pPr>
            <a:lvl3pPr marL="1217670" indent="0">
              <a:buNone/>
              <a:defRPr sz="3200"/>
            </a:lvl3pPr>
            <a:lvl4pPr marL="1826517" indent="0">
              <a:buNone/>
              <a:defRPr sz="2667"/>
            </a:lvl4pPr>
            <a:lvl5pPr marL="2435347" indent="0">
              <a:buNone/>
              <a:defRPr sz="2667"/>
            </a:lvl5pPr>
            <a:lvl6pPr marL="3044195" indent="0">
              <a:buNone/>
              <a:defRPr sz="2667"/>
            </a:lvl6pPr>
            <a:lvl7pPr marL="3653030" indent="0">
              <a:buNone/>
              <a:defRPr sz="2667"/>
            </a:lvl7pPr>
            <a:lvl8pPr marL="4261869" indent="0">
              <a:buNone/>
              <a:defRPr sz="2667"/>
            </a:lvl8pPr>
            <a:lvl9pPr marL="4870710" indent="0">
              <a:buNone/>
              <a:defRPr sz="2667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953" y="5367361"/>
            <a:ext cx="7314417" cy="804863"/>
          </a:xfrm>
          <a:prstGeom prst="rect">
            <a:avLst/>
          </a:prstGeom>
        </p:spPr>
        <p:txBody>
          <a:bodyPr lIns="91331" tIns="45665" rIns="91331" bIns="45665"/>
          <a:lstStyle>
            <a:lvl1pPr marL="0" indent="0">
              <a:buNone/>
              <a:defRPr sz="1867"/>
            </a:lvl1pPr>
            <a:lvl2pPr marL="608835" indent="0">
              <a:buNone/>
              <a:defRPr sz="1600"/>
            </a:lvl2pPr>
            <a:lvl3pPr marL="1217670" indent="0">
              <a:buNone/>
              <a:defRPr sz="1333"/>
            </a:lvl3pPr>
            <a:lvl4pPr marL="1826517" indent="0">
              <a:buNone/>
              <a:defRPr sz="1200"/>
            </a:lvl4pPr>
            <a:lvl5pPr marL="2435347" indent="0">
              <a:buNone/>
              <a:defRPr sz="1200"/>
            </a:lvl5pPr>
            <a:lvl6pPr marL="3044195" indent="0">
              <a:buNone/>
              <a:defRPr sz="1200"/>
            </a:lvl6pPr>
            <a:lvl7pPr marL="3653030" indent="0">
              <a:buNone/>
              <a:defRPr sz="1200"/>
            </a:lvl7pPr>
            <a:lvl8pPr marL="4261869" indent="0">
              <a:buNone/>
              <a:defRPr sz="1200"/>
            </a:lvl8pPr>
            <a:lvl9pPr marL="4870710" indent="0">
              <a:buNone/>
              <a:defRPr sz="12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9B380F-34AA-4CF1-89AC-87CCD7BCA2F0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6783766"/>
      </p:ext>
    </p:extLst>
  </p:cSld>
  <p:clrMapOvr>
    <a:masterClrMapping/>
  </p:clrMapOvr>
  <p:transition spd="med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714" y="1600205"/>
            <a:ext cx="10972604" cy="4525963"/>
          </a:xfrm>
          <a:prstGeom prst="rect">
            <a:avLst/>
          </a:prstGeom>
        </p:spPr>
        <p:txBody>
          <a:bodyPr vert="eaVert" lIns="91331" tIns="45665" rIns="91331" bIns="45665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A0864E-BA67-4E49-8796-AE8EA7BC4AE2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6075714"/>
      </p:ext>
    </p:extLst>
  </p:cSld>
  <p:clrMapOvr>
    <a:masterClrMapping/>
  </p:clrMapOvr>
  <p:transition spd="med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998904" y="328617"/>
            <a:ext cx="2856981" cy="579755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24097" y="328617"/>
            <a:ext cx="8387252" cy="5797551"/>
          </a:xfrm>
          <a:prstGeom prst="rect">
            <a:avLst/>
          </a:prstGeom>
        </p:spPr>
        <p:txBody>
          <a:bodyPr vert="eaVert" lIns="91331" tIns="45665" rIns="91331" bIns="45665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0472FA-E09D-49BA-902C-385C98810000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4252117"/>
      </p:ext>
    </p:extLst>
  </p:cSld>
  <p:clrMapOvr>
    <a:masterClrMapping/>
  </p:clrMapOvr>
  <p:transition spd="med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ser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10"/>
          <p:cNvSpPr txBox="1">
            <a:spLocks noChangeArrowheads="1"/>
          </p:cNvSpPr>
          <p:nvPr/>
        </p:nvSpPr>
        <p:spPr bwMode="auto">
          <a:xfrm>
            <a:off x="264584" y="6548985"/>
            <a:ext cx="2207683" cy="3280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1775" tIns="60887" rIns="121775" bIns="60887" anchor="b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333" dirty="0">
                <a:solidFill>
                  <a:srgbClr val="4D4D4D"/>
                </a:solidFill>
                <a:cs typeface="Arial"/>
              </a:rPr>
              <a:t>Delta Confidential</a:t>
            </a:r>
            <a:endParaRPr kumimoji="0" lang="zh-TW" altLang="en-US" sz="1333">
              <a:solidFill>
                <a:srgbClr val="4D4D4D"/>
              </a:solidFill>
              <a:cs typeface="Arial"/>
            </a:endParaRPr>
          </a:p>
        </p:txBody>
      </p:sp>
      <p:pic>
        <p:nvPicPr>
          <p:cNvPr id="5" name="Picture 8" descr="delta_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138" y="431800"/>
            <a:ext cx="1824567" cy="560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927652" y="2420888"/>
            <a:ext cx="8352928" cy="3312368"/>
          </a:xfrm>
          <a:prstGeom prst="rect">
            <a:avLst/>
          </a:prstGeom>
        </p:spPr>
        <p:txBody>
          <a:bodyPr lIns="91331" tIns="45665" rIns="91331" bIns="45665">
            <a:normAutofit/>
          </a:bodyPr>
          <a:lstStyle>
            <a:lvl1pPr marL="380530" indent="-380530">
              <a:lnSpc>
                <a:spcPts val="2400"/>
              </a:lnSpc>
              <a:spcBef>
                <a:spcPts val="2933"/>
              </a:spcBef>
              <a:buFont typeface="Arial" pitchFamily="34" charset="0"/>
              <a:buChar char="•"/>
              <a:defRPr sz="3733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8835" indent="0">
              <a:buNone/>
              <a:defRPr sz="3733">
                <a:solidFill>
                  <a:schemeClr val="tx1"/>
                </a:solidFill>
              </a:defRPr>
            </a:lvl2pPr>
            <a:lvl3pPr marL="1217670" indent="0">
              <a:buNone/>
              <a:defRPr sz="3733">
                <a:solidFill>
                  <a:schemeClr val="tx1"/>
                </a:solidFill>
              </a:defRPr>
            </a:lvl3pPr>
            <a:lvl4pPr marL="1826517" indent="0">
              <a:buNone/>
              <a:defRPr sz="1200"/>
            </a:lvl4pPr>
            <a:lvl5pPr marL="2435347" indent="0">
              <a:buNone/>
              <a:defRPr sz="1200"/>
            </a:lvl5pPr>
            <a:lvl6pPr marL="3044195" indent="0">
              <a:buNone/>
              <a:defRPr sz="1200"/>
            </a:lvl6pPr>
            <a:lvl7pPr marL="3653030" indent="0">
              <a:buNone/>
              <a:defRPr sz="1200"/>
            </a:lvl7pPr>
            <a:lvl8pPr marL="4261869" indent="0">
              <a:buNone/>
              <a:defRPr sz="1200"/>
            </a:lvl8pPr>
            <a:lvl9pPr marL="4870710" indent="0">
              <a:buNone/>
              <a:defRPr sz="12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10" name="標題 1"/>
          <p:cNvSpPr>
            <a:spLocks noGrp="1"/>
          </p:cNvSpPr>
          <p:nvPr>
            <p:ph type="ctrTitle"/>
          </p:nvPr>
        </p:nvSpPr>
        <p:spPr>
          <a:xfrm>
            <a:off x="2831639" y="404664"/>
            <a:ext cx="8445963" cy="1584176"/>
          </a:xfrm>
        </p:spPr>
        <p:txBody>
          <a:bodyPr>
            <a:noAutofit/>
          </a:bodyPr>
          <a:lstStyle>
            <a:lvl1pPr algn="l">
              <a:defRPr sz="4267" baseline="0">
                <a:solidFill>
                  <a:srgbClr val="0087DC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D1D477E3-9576-4645-B831-782CD4BBE1D9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9575220"/>
      </p:ext>
    </p:extLst>
  </p:cSld>
  <p:clrMapOvr>
    <a:masterClrMapping/>
  </p:clrMapOvr>
  <p:hf hdr="0" ftr="0" dt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9" descr="Cover_16 9_hand_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5" y="0"/>
            <a:ext cx="6093884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431377" y="404665"/>
            <a:ext cx="5184576" cy="1680187"/>
          </a:xfrm>
        </p:spPr>
        <p:txBody>
          <a:bodyPr>
            <a:noAutofit/>
          </a:bodyPr>
          <a:lstStyle>
            <a:lvl1pPr algn="l">
              <a:defRPr sz="4800" baseline="0">
                <a:solidFill>
                  <a:srgbClr val="0087DC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28400" y="5637245"/>
            <a:ext cx="5091541" cy="720080"/>
          </a:xfrm>
          <a:prstGeom prst="rect">
            <a:avLst/>
          </a:prstGeom>
        </p:spPr>
        <p:txBody>
          <a:bodyPr lIns="91331" tIns="45665" rIns="91331" bIns="45665" anchor="b">
            <a:normAutofit/>
          </a:bodyPr>
          <a:lstStyle>
            <a:lvl1pPr marL="0" indent="0" algn="l">
              <a:buNone/>
              <a:defRPr sz="2667" baseline="0">
                <a:solidFill>
                  <a:schemeClr val="tx1"/>
                </a:solidFill>
              </a:defRPr>
            </a:lvl1pPr>
            <a:lvl2pPr marL="6088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76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65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53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41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30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18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07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6595494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547" y="2130462"/>
            <a:ext cx="10362907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9094" y="3886200"/>
            <a:ext cx="8533813" cy="1752600"/>
          </a:xfrm>
          <a:prstGeom prst="rect">
            <a:avLst/>
          </a:prstGeom>
        </p:spPr>
        <p:txBody>
          <a:bodyPr lIns="91396" tIns="45697" rIns="91396" bIns="45697"/>
          <a:lstStyle>
            <a:lvl1pPr marL="0" indent="0" algn="ctr">
              <a:buNone/>
              <a:defRPr/>
            </a:lvl1pPr>
            <a:lvl2pPr marL="609286" indent="0" algn="ctr">
              <a:buNone/>
              <a:defRPr/>
            </a:lvl2pPr>
            <a:lvl3pPr marL="1218570" indent="0" algn="ctr">
              <a:buNone/>
              <a:defRPr/>
            </a:lvl3pPr>
            <a:lvl4pPr marL="1827858" indent="0" algn="ctr">
              <a:buNone/>
              <a:defRPr/>
            </a:lvl4pPr>
            <a:lvl5pPr marL="2437140" indent="0" algn="ctr">
              <a:buNone/>
              <a:defRPr/>
            </a:lvl5pPr>
            <a:lvl6pPr marL="3046432" indent="0" algn="ctr">
              <a:buNone/>
              <a:defRPr/>
            </a:lvl6pPr>
            <a:lvl7pPr marL="3655717" indent="0" algn="ctr">
              <a:buNone/>
              <a:defRPr/>
            </a:lvl7pPr>
            <a:lvl8pPr marL="4265003" indent="0" algn="ctr">
              <a:buNone/>
              <a:defRPr/>
            </a:lvl8pPr>
            <a:lvl9pPr marL="4874291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284391-D8D3-494B-A197-8C82BDAD8668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9659051"/>
      </p:ext>
    </p:extLst>
  </p:cSld>
  <p:clrMapOvr>
    <a:masterClrMapping/>
  </p:clrMapOvr>
  <p:transition spd="med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09714" y="1600205"/>
            <a:ext cx="10972604" cy="4525963"/>
          </a:xfrm>
          <a:prstGeom prst="rect">
            <a:avLst/>
          </a:prstGeom>
        </p:spPr>
        <p:txBody>
          <a:bodyPr lIns="91396" tIns="45697" rIns="91396" bIns="45697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CF6401-0314-4FE4-871E-5C4012316303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3253649"/>
      </p:ext>
    </p:extLst>
  </p:cSld>
  <p:clrMapOvr>
    <a:masterClrMapping/>
  </p:clrMapOvr>
  <p:transition spd="med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417" y="4406925"/>
            <a:ext cx="10362905" cy="1362075"/>
          </a:xfrm>
        </p:spPr>
        <p:txBody>
          <a:bodyPr/>
          <a:lstStyle>
            <a:lvl1pPr algn="l">
              <a:defRPr sz="5333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417" y="2906713"/>
            <a:ext cx="10362905" cy="1500187"/>
          </a:xfrm>
          <a:prstGeom prst="rect">
            <a:avLst/>
          </a:prstGeom>
        </p:spPr>
        <p:txBody>
          <a:bodyPr lIns="91396" tIns="45697" rIns="91396" bIns="45697" anchor="b"/>
          <a:lstStyle>
            <a:lvl1pPr marL="0" indent="0">
              <a:buNone/>
              <a:defRPr sz="2667"/>
            </a:lvl1pPr>
            <a:lvl2pPr marL="609286" indent="0">
              <a:buNone/>
              <a:defRPr sz="2400"/>
            </a:lvl2pPr>
            <a:lvl3pPr marL="1218570" indent="0">
              <a:buNone/>
              <a:defRPr sz="2133"/>
            </a:lvl3pPr>
            <a:lvl4pPr marL="1827858" indent="0">
              <a:buNone/>
              <a:defRPr sz="1867"/>
            </a:lvl4pPr>
            <a:lvl5pPr marL="2437140" indent="0">
              <a:buNone/>
              <a:defRPr sz="1867"/>
            </a:lvl5pPr>
            <a:lvl6pPr marL="3046432" indent="0">
              <a:buNone/>
              <a:defRPr sz="1867"/>
            </a:lvl6pPr>
            <a:lvl7pPr marL="3655717" indent="0">
              <a:buNone/>
              <a:defRPr sz="1867"/>
            </a:lvl7pPr>
            <a:lvl8pPr marL="4265003" indent="0">
              <a:buNone/>
              <a:defRPr sz="1867"/>
            </a:lvl8pPr>
            <a:lvl9pPr marL="4874291" indent="0">
              <a:buNone/>
              <a:defRPr sz="1867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88496C-2B48-4038-A997-33923D4E68F7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0017194"/>
      </p:ext>
    </p:extLst>
  </p:cSld>
  <p:clrMapOvr>
    <a:masterClrMapping/>
  </p:clrMapOvr>
  <p:transition spd="med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706" y="1600205"/>
            <a:ext cx="5391525" cy="4525963"/>
          </a:xfrm>
          <a:prstGeom prst="rect">
            <a:avLst/>
          </a:prstGeom>
        </p:spPr>
        <p:txBody>
          <a:bodyPr lIns="91396" tIns="45697" rIns="91396" bIns="45697"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88823" y="1600205"/>
            <a:ext cx="5393480" cy="4525963"/>
          </a:xfrm>
          <a:prstGeom prst="rect">
            <a:avLst/>
          </a:prstGeom>
        </p:spPr>
        <p:txBody>
          <a:bodyPr lIns="91396" tIns="45697" rIns="91396" bIns="45697"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BEBA0D-75FD-46D0-B7D2-E9D8E683C02F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5731318"/>
      </p:ext>
    </p:extLst>
  </p:cSld>
  <p:clrMapOvr>
    <a:masterClrMapping/>
  </p:clrMapOvr>
  <p:transition spd="med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714" y="274639"/>
            <a:ext cx="10972604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713" y="1535113"/>
            <a:ext cx="5387617" cy="639763"/>
          </a:xfrm>
          <a:prstGeom prst="rect">
            <a:avLst/>
          </a:prstGeom>
        </p:spPr>
        <p:txBody>
          <a:bodyPr lIns="91396" tIns="45697" rIns="91396" bIns="45697" anchor="b"/>
          <a:lstStyle>
            <a:lvl1pPr marL="0" indent="0">
              <a:buNone/>
              <a:defRPr sz="3200" b="1"/>
            </a:lvl1pPr>
            <a:lvl2pPr marL="609286" indent="0">
              <a:buNone/>
              <a:defRPr sz="2667" b="1"/>
            </a:lvl2pPr>
            <a:lvl3pPr marL="1218570" indent="0">
              <a:buNone/>
              <a:defRPr sz="2400" b="1"/>
            </a:lvl3pPr>
            <a:lvl4pPr marL="1827858" indent="0">
              <a:buNone/>
              <a:defRPr sz="2133" b="1"/>
            </a:lvl4pPr>
            <a:lvl5pPr marL="2437140" indent="0">
              <a:buNone/>
              <a:defRPr sz="2133" b="1"/>
            </a:lvl5pPr>
            <a:lvl6pPr marL="3046432" indent="0">
              <a:buNone/>
              <a:defRPr sz="2133" b="1"/>
            </a:lvl6pPr>
            <a:lvl7pPr marL="3655717" indent="0">
              <a:buNone/>
              <a:defRPr sz="2133" b="1"/>
            </a:lvl7pPr>
            <a:lvl8pPr marL="4265003" indent="0">
              <a:buNone/>
              <a:defRPr sz="2133" b="1"/>
            </a:lvl8pPr>
            <a:lvl9pPr marL="4874291" indent="0">
              <a:buNone/>
              <a:defRPr sz="2133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713" y="2174875"/>
            <a:ext cx="5387617" cy="3951288"/>
          </a:xfrm>
          <a:prstGeom prst="rect">
            <a:avLst/>
          </a:prstGeom>
        </p:spPr>
        <p:txBody>
          <a:bodyPr lIns="91396" tIns="45697" rIns="91396" bIns="45697"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2732" y="1535113"/>
            <a:ext cx="5389571" cy="639763"/>
          </a:xfrm>
          <a:prstGeom prst="rect">
            <a:avLst/>
          </a:prstGeom>
        </p:spPr>
        <p:txBody>
          <a:bodyPr lIns="91396" tIns="45697" rIns="91396" bIns="45697" anchor="b"/>
          <a:lstStyle>
            <a:lvl1pPr marL="0" indent="0">
              <a:buNone/>
              <a:defRPr sz="3200" b="1"/>
            </a:lvl1pPr>
            <a:lvl2pPr marL="609286" indent="0">
              <a:buNone/>
              <a:defRPr sz="2667" b="1"/>
            </a:lvl2pPr>
            <a:lvl3pPr marL="1218570" indent="0">
              <a:buNone/>
              <a:defRPr sz="2400" b="1"/>
            </a:lvl3pPr>
            <a:lvl4pPr marL="1827858" indent="0">
              <a:buNone/>
              <a:defRPr sz="2133" b="1"/>
            </a:lvl4pPr>
            <a:lvl5pPr marL="2437140" indent="0">
              <a:buNone/>
              <a:defRPr sz="2133" b="1"/>
            </a:lvl5pPr>
            <a:lvl6pPr marL="3046432" indent="0">
              <a:buNone/>
              <a:defRPr sz="2133" b="1"/>
            </a:lvl6pPr>
            <a:lvl7pPr marL="3655717" indent="0">
              <a:buNone/>
              <a:defRPr sz="2133" b="1"/>
            </a:lvl7pPr>
            <a:lvl8pPr marL="4265003" indent="0">
              <a:buNone/>
              <a:defRPr sz="2133" b="1"/>
            </a:lvl8pPr>
            <a:lvl9pPr marL="4874291" indent="0">
              <a:buNone/>
              <a:defRPr sz="2133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2732" y="2174875"/>
            <a:ext cx="5389571" cy="3951288"/>
          </a:xfrm>
          <a:prstGeom prst="rect">
            <a:avLst/>
          </a:prstGeom>
        </p:spPr>
        <p:txBody>
          <a:bodyPr lIns="91396" tIns="45697" rIns="91396" bIns="45697"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E154A5-6FA1-4F54-AA9E-5994169DE16A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0188933"/>
      </p:ext>
    </p:extLst>
  </p:cSld>
  <p:clrMapOvr>
    <a:masterClrMapping/>
  </p:clrMapOvr>
  <p:transition spd="med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F30919-0B1B-4905-A9C8-CBB53A334A4C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8555081"/>
      </p:ext>
    </p:extLst>
  </p:cSld>
  <p:clrMapOvr>
    <a:masterClrMapping/>
  </p:clrMapOvr>
  <p:transition spd="med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AA764D-153A-4505-BC3E-0C3AE73137A3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669845"/>
      </p:ext>
    </p:extLst>
  </p:cSld>
  <p:clrMapOvr>
    <a:masterClrMapping/>
  </p:clrMapOvr>
  <p:transition spd="med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712" y="273049"/>
            <a:ext cx="4011889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226" y="273064"/>
            <a:ext cx="6816108" cy="5853113"/>
          </a:xfrm>
          <a:prstGeom prst="rect">
            <a:avLst/>
          </a:prstGeom>
        </p:spPr>
        <p:txBody>
          <a:bodyPr lIns="91396" tIns="45697" rIns="91396" bIns="45697"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712" y="1435104"/>
            <a:ext cx="4011889" cy="4691063"/>
          </a:xfrm>
          <a:prstGeom prst="rect">
            <a:avLst/>
          </a:prstGeom>
        </p:spPr>
        <p:txBody>
          <a:bodyPr lIns="91396" tIns="45697" rIns="91396" bIns="45697"/>
          <a:lstStyle>
            <a:lvl1pPr marL="0" indent="0">
              <a:buNone/>
              <a:defRPr sz="1867"/>
            </a:lvl1pPr>
            <a:lvl2pPr marL="609286" indent="0">
              <a:buNone/>
              <a:defRPr sz="1600"/>
            </a:lvl2pPr>
            <a:lvl3pPr marL="1218570" indent="0">
              <a:buNone/>
              <a:defRPr sz="1333"/>
            </a:lvl3pPr>
            <a:lvl4pPr marL="1827858" indent="0">
              <a:buNone/>
              <a:defRPr sz="1200"/>
            </a:lvl4pPr>
            <a:lvl5pPr marL="2437140" indent="0">
              <a:buNone/>
              <a:defRPr sz="1200"/>
            </a:lvl5pPr>
            <a:lvl6pPr marL="3046432" indent="0">
              <a:buNone/>
              <a:defRPr sz="1200"/>
            </a:lvl6pPr>
            <a:lvl7pPr marL="3655717" indent="0">
              <a:buNone/>
              <a:defRPr sz="1200"/>
            </a:lvl7pPr>
            <a:lvl8pPr marL="4265003" indent="0">
              <a:buNone/>
              <a:defRPr sz="1200"/>
            </a:lvl8pPr>
            <a:lvl9pPr marL="4874291" indent="0">
              <a:buNone/>
              <a:defRPr sz="12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B9AD51-DA61-4A66-AD19-1C26890BCA04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4199560"/>
      </p:ext>
    </p:extLst>
  </p:cSld>
  <p:clrMapOvr>
    <a:masterClrMapping/>
  </p:clrMapOvr>
  <p:transition spd="med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953" y="4800601"/>
            <a:ext cx="7314417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953" y="612775"/>
            <a:ext cx="7314417" cy="4114800"/>
          </a:xfrm>
          <a:prstGeom prst="rect">
            <a:avLst/>
          </a:prstGeom>
        </p:spPr>
        <p:txBody>
          <a:bodyPr lIns="91396" tIns="45697" rIns="91396" bIns="45697"/>
          <a:lstStyle>
            <a:lvl1pPr marL="0" indent="0">
              <a:buNone/>
              <a:defRPr sz="4267"/>
            </a:lvl1pPr>
            <a:lvl2pPr marL="609286" indent="0">
              <a:buNone/>
              <a:defRPr sz="3733"/>
            </a:lvl2pPr>
            <a:lvl3pPr marL="1218570" indent="0">
              <a:buNone/>
              <a:defRPr sz="3200"/>
            </a:lvl3pPr>
            <a:lvl4pPr marL="1827858" indent="0">
              <a:buNone/>
              <a:defRPr sz="2667"/>
            </a:lvl4pPr>
            <a:lvl5pPr marL="2437140" indent="0">
              <a:buNone/>
              <a:defRPr sz="2667"/>
            </a:lvl5pPr>
            <a:lvl6pPr marL="3046432" indent="0">
              <a:buNone/>
              <a:defRPr sz="2667"/>
            </a:lvl6pPr>
            <a:lvl7pPr marL="3655717" indent="0">
              <a:buNone/>
              <a:defRPr sz="2667"/>
            </a:lvl7pPr>
            <a:lvl8pPr marL="4265003" indent="0">
              <a:buNone/>
              <a:defRPr sz="2667"/>
            </a:lvl8pPr>
            <a:lvl9pPr marL="4874291" indent="0">
              <a:buNone/>
              <a:defRPr sz="2667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953" y="5367349"/>
            <a:ext cx="7314417" cy="804863"/>
          </a:xfrm>
          <a:prstGeom prst="rect">
            <a:avLst/>
          </a:prstGeom>
        </p:spPr>
        <p:txBody>
          <a:bodyPr lIns="91396" tIns="45697" rIns="91396" bIns="45697"/>
          <a:lstStyle>
            <a:lvl1pPr marL="0" indent="0">
              <a:buNone/>
              <a:defRPr sz="1867"/>
            </a:lvl1pPr>
            <a:lvl2pPr marL="609286" indent="0">
              <a:buNone/>
              <a:defRPr sz="1600"/>
            </a:lvl2pPr>
            <a:lvl3pPr marL="1218570" indent="0">
              <a:buNone/>
              <a:defRPr sz="1333"/>
            </a:lvl3pPr>
            <a:lvl4pPr marL="1827858" indent="0">
              <a:buNone/>
              <a:defRPr sz="1200"/>
            </a:lvl4pPr>
            <a:lvl5pPr marL="2437140" indent="0">
              <a:buNone/>
              <a:defRPr sz="1200"/>
            </a:lvl5pPr>
            <a:lvl6pPr marL="3046432" indent="0">
              <a:buNone/>
              <a:defRPr sz="1200"/>
            </a:lvl6pPr>
            <a:lvl7pPr marL="3655717" indent="0">
              <a:buNone/>
              <a:defRPr sz="1200"/>
            </a:lvl7pPr>
            <a:lvl8pPr marL="4265003" indent="0">
              <a:buNone/>
              <a:defRPr sz="1200"/>
            </a:lvl8pPr>
            <a:lvl9pPr marL="4874291" indent="0">
              <a:buNone/>
              <a:defRPr sz="12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9B380F-34AA-4CF1-89AC-87CCD7BCA2F0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2184876"/>
      </p:ext>
    </p:extLst>
  </p:cSld>
  <p:clrMapOvr>
    <a:masterClrMapping/>
  </p:clrMapOvr>
  <p:transition spd="med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714" y="1600205"/>
            <a:ext cx="10972604" cy="4525963"/>
          </a:xfrm>
          <a:prstGeom prst="rect">
            <a:avLst/>
          </a:prstGeom>
        </p:spPr>
        <p:txBody>
          <a:bodyPr vert="eaVert" lIns="91396" tIns="45697" rIns="91396" bIns="45697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A0864E-BA67-4E49-8796-AE8EA7BC4AE2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2711573"/>
      </p:ext>
    </p:extLst>
  </p:cSld>
  <p:clrMapOvr>
    <a:masterClrMapping/>
  </p:clrMapOvr>
  <p:transition spd="med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998904" y="328617"/>
            <a:ext cx="2856981" cy="579755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24085" y="328617"/>
            <a:ext cx="8387252" cy="5797551"/>
          </a:xfrm>
          <a:prstGeom prst="rect">
            <a:avLst/>
          </a:prstGeom>
        </p:spPr>
        <p:txBody>
          <a:bodyPr vert="eaVert" lIns="91396" tIns="45697" rIns="91396" bIns="45697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0472FA-E09D-49BA-902C-385C98810000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0883328"/>
      </p:ext>
    </p:extLst>
  </p:cSld>
  <p:clrMapOvr>
    <a:masterClrMapping/>
  </p:clrMapOvr>
  <p:transition spd="med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ser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10"/>
          <p:cNvSpPr txBox="1">
            <a:spLocks noChangeArrowheads="1"/>
          </p:cNvSpPr>
          <p:nvPr/>
        </p:nvSpPr>
        <p:spPr bwMode="auto">
          <a:xfrm>
            <a:off x="264584" y="6548891"/>
            <a:ext cx="2207683" cy="3281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1861" tIns="60929" rIns="121861" bIns="60929" anchor="b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333" dirty="0">
                <a:solidFill>
                  <a:srgbClr val="4D4D4D"/>
                </a:solidFill>
              </a:rPr>
              <a:t>Delta Confidential</a:t>
            </a:r>
            <a:endParaRPr kumimoji="0" lang="zh-TW" altLang="en-US" sz="1333">
              <a:solidFill>
                <a:srgbClr val="4D4D4D"/>
              </a:solidFill>
            </a:endParaRPr>
          </a:p>
        </p:txBody>
      </p:sp>
      <p:pic>
        <p:nvPicPr>
          <p:cNvPr id="5" name="Picture 8" descr="delta_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126" y="431800"/>
            <a:ext cx="1824567" cy="560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927652" y="2420888"/>
            <a:ext cx="8352928" cy="3312368"/>
          </a:xfrm>
          <a:prstGeom prst="rect">
            <a:avLst/>
          </a:prstGeom>
        </p:spPr>
        <p:txBody>
          <a:bodyPr lIns="91396" tIns="45697" rIns="91396" bIns="45697">
            <a:normAutofit/>
          </a:bodyPr>
          <a:lstStyle>
            <a:lvl1pPr marL="380806" indent="-380806">
              <a:lnSpc>
                <a:spcPts val="2400"/>
              </a:lnSpc>
              <a:spcBef>
                <a:spcPts val="2933"/>
              </a:spcBef>
              <a:buFont typeface="Arial" pitchFamily="34" charset="0"/>
              <a:buChar char="•"/>
              <a:defRPr sz="3733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286" indent="0">
              <a:buNone/>
              <a:defRPr sz="3733">
                <a:solidFill>
                  <a:schemeClr val="tx1"/>
                </a:solidFill>
              </a:defRPr>
            </a:lvl2pPr>
            <a:lvl3pPr marL="1218570" indent="0">
              <a:buNone/>
              <a:defRPr sz="3733">
                <a:solidFill>
                  <a:schemeClr val="tx1"/>
                </a:solidFill>
              </a:defRPr>
            </a:lvl3pPr>
            <a:lvl4pPr marL="1827858" indent="0">
              <a:buNone/>
              <a:defRPr sz="1200"/>
            </a:lvl4pPr>
            <a:lvl5pPr marL="2437140" indent="0">
              <a:buNone/>
              <a:defRPr sz="1200"/>
            </a:lvl5pPr>
            <a:lvl6pPr marL="3046432" indent="0">
              <a:buNone/>
              <a:defRPr sz="1200"/>
            </a:lvl6pPr>
            <a:lvl7pPr marL="3655717" indent="0">
              <a:buNone/>
              <a:defRPr sz="1200"/>
            </a:lvl7pPr>
            <a:lvl8pPr marL="4265003" indent="0">
              <a:buNone/>
              <a:defRPr sz="1200"/>
            </a:lvl8pPr>
            <a:lvl9pPr marL="4874291" indent="0">
              <a:buNone/>
              <a:defRPr sz="12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10" name="標題 1"/>
          <p:cNvSpPr>
            <a:spLocks noGrp="1"/>
          </p:cNvSpPr>
          <p:nvPr>
            <p:ph type="ctrTitle"/>
          </p:nvPr>
        </p:nvSpPr>
        <p:spPr>
          <a:xfrm>
            <a:off x="2831639" y="404664"/>
            <a:ext cx="8445963" cy="1584176"/>
          </a:xfrm>
        </p:spPr>
        <p:txBody>
          <a:bodyPr>
            <a:noAutofit/>
          </a:bodyPr>
          <a:lstStyle>
            <a:lvl1pPr algn="l">
              <a:defRPr sz="4267" baseline="0">
                <a:solidFill>
                  <a:srgbClr val="0087DC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D1D477E3-9576-4645-B831-782CD4BBE1D9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563529"/>
      </p:ext>
    </p:extLst>
  </p:cSld>
  <p:clrMapOvr>
    <a:masterClrMapping/>
  </p:clrMapOvr>
  <p:hf hdr="0" ftr="0" dt="0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9" descr="Cover_16 9_hand_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5" y="0"/>
            <a:ext cx="6093884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431377" y="404665"/>
            <a:ext cx="5184576" cy="1680187"/>
          </a:xfrm>
        </p:spPr>
        <p:txBody>
          <a:bodyPr>
            <a:noAutofit/>
          </a:bodyPr>
          <a:lstStyle>
            <a:lvl1pPr algn="l">
              <a:defRPr sz="4800" baseline="0">
                <a:solidFill>
                  <a:srgbClr val="0087DC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28400" y="5637245"/>
            <a:ext cx="5091541" cy="720080"/>
          </a:xfrm>
          <a:prstGeom prst="rect">
            <a:avLst/>
          </a:prstGeom>
        </p:spPr>
        <p:txBody>
          <a:bodyPr lIns="91396" tIns="45697" rIns="91396" bIns="45697" anchor="b">
            <a:normAutofit/>
          </a:bodyPr>
          <a:lstStyle>
            <a:lvl1pPr marL="0" indent="0" algn="l">
              <a:buNone/>
              <a:defRPr sz="2667" baseline="0">
                <a:solidFill>
                  <a:schemeClr val="tx1"/>
                </a:solidFill>
              </a:defRPr>
            </a:lvl1pPr>
            <a:lvl2pPr marL="6092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7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1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64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57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50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42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325489233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547" y="2130454"/>
            <a:ext cx="10362907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9094" y="3886200"/>
            <a:ext cx="8533813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609585" indent="0" algn="ctr">
              <a:buNone/>
              <a:defRPr/>
            </a:lvl2pPr>
            <a:lvl3pPr marL="1219170" indent="0" algn="ctr">
              <a:buNone/>
              <a:defRPr/>
            </a:lvl3pPr>
            <a:lvl4pPr marL="1828754" indent="0" algn="ctr">
              <a:buNone/>
              <a:defRPr/>
            </a:lvl4pPr>
            <a:lvl5pPr marL="2438339" indent="0" algn="ctr">
              <a:buNone/>
              <a:defRPr/>
            </a:lvl5pPr>
            <a:lvl6pPr marL="3047924" indent="0" algn="ctr">
              <a:buNone/>
              <a:defRPr/>
            </a:lvl6pPr>
            <a:lvl7pPr marL="3657509" indent="0" algn="ctr">
              <a:buNone/>
              <a:defRPr/>
            </a:lvl7pPr>
            <a:lvl8pPr marL="4267093" indent="0" algn="ctr">
              <a:buNone/>
              <a:defRPr/>
            </a:lvl8pPr>
            <a:lvl9pPr marL="4876678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284391-D8D3-494B-A197-8C82BDAD8668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5003380"/>
      </p:ext>
    </p:extLst>
  </p:cSld>
  <p:clrMapOvr>
    <a:masterClrMapping/>
  </p:clrMapOvr>
  <p:transition spd="med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09714" y="1600205"/>
            <a:ext cx="10972604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CF6401-0314-4FE4-871E-5C4012316303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7404668"/>
      </p:ext>
    </p:extLst>
  </p:cSld>
  <p:clrMapOvr>
    <a:masterClrMapping/>
  </p:clrMapOvr>
  <p:transition spd="med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417" y="4406925"/>
            <a:ext cx="10362905" cy="1362075"/>
          </a:xfrm>
        </p:spPr>
        <p:txBody>
          <a:bodyPr/>
          <a:lstStyle>
            <a:lvl1pPr algn="l">
              <a:defRPr sz="5333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417" y="2906713"/>
            <a:ext cx="10362905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667"/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88496C-2B48-4038-A997-33923D4E68F7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9904583"/>
      </p:ext>
    </p:extLst>
  </p:cSld>
  <p:clrMapOvr>
    <a:masterClrMapping/>
  </p:clrMapOvr>
  <p:transition spd="med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706" y="1600205"/>
            <a:ext cx="5391525" cy="4525963"/>
          </a:xfrm>
          <a:prstGeom prst="rect">
            <a:avLst/>
          </a:prstGeo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88823" y="1600205"/>
            <a:ext cx="5393480" cy="4525963"/>
          </a:xfrm>
          <a:prstGeom prst="rect">
            <a:avLst/>
          </a:prstGeo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BEBA0D-75FD-46D0-B7D2-E9D8E683C02F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1406824"/>
      </p:ext>
    </p:extLst>
  </p:cSld>
  <p:clrMapOvr>
    <a:masterClrMapping/>
  </p:clrMapOvr>
  <p:transition spd="med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714" y="274639"/>
            <a:ext cx="10972604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705" y="1535113"/>
            <a:ext cx="5387617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705" y="2174875"/>
            <a:ext cx="5387617" cy="395128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2732" y="1535113"/>
            <a:ext cx="5389571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2732" y="2174875"/>
            <a:ext cx="5389571" cy="395128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E154A5-6FA1-4F54-AA9E-5994169DE16A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0409754"/>
      </p:ext>
    </p:extLst>
  </p:cSld>
  <p:clrMapOvr>
    <a:masterClrMapping/>
  </p:clrMapOvr>
  <p:transition spd="med"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F30919-0B1B-4905-A9C8-CBB53A334A4C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6793578"/>
      </p:ext>
    </p:extLst>
  </p:cSld>
  <p:clrMapOvr>
    <a:masterClrMapping/>
  </p:clrMapOvr>
  <p:transition spd="med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AA764D-153A-4505-BC3E-0C3AE73137A3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4511542"/>
      </p:ext>
    </p:extLst>
  </p:cSld>
  <p:clrMapOvr>
    <a:masterClrMapping/>
  </p:clrMapOvr>
  <p:transition spd="med"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705" y="273049"/>
            <a:ext cx="4011889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218" y="273056"/>
            <a:ext cx="6816108" cy="5853113"/>
          </a:xfrm>
          <a:prstGeom prst="rect">
            <a:avLst/>
          </a:prstGeo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705" y="1435104"/>
            <a:ext cx="4011889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B9AD51-DA61-4A66-AD19-1C26890BCA04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1901660"/>
      </p:ext>
    </p:extLst>
  </p:cSld>
  <p:clrMapOvr>
    <a:masterClrMapping/>
  </p:clrMapOvr>
  <p:transition spd="med"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953" y="4800601"/>
            <a:ext cx="7314417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953" y="612775"/>
            <a:ext cx="7314417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953" y="5367341"/>
            <a:ext cx="7314417" cy="804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9B380F-34AA-4CF1-89AC-87CCD7BCA2F0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1772103"/>
      </p:ext>
    </p:extLst>
  </p:cSld>
  <p:clrMapOvr>
    <a:masterClrMapping/>
  </p:clrMapOvr>
  <p:transition spd="med"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714" y="1600205"/>
            <a:ext cx="10972604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A0864E-BA67-4E49-8796-AE8EA7BC4AE2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6984487"/>
      </p:ext>
    </p:extLst>
  </p:cSld>
  <p:clrMapOvr>
    <a:masterClrMapping/>
  </p:clrMapOvr>
  <p:transition spd="med"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998904" y="328617"/>
            <a:ext cx="2856981" cy="579755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24077" y="328617"/>
            <a:ext cx="8387252" cy="5797551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0472FA-E09D-49BA-902C-385C98810000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5573936"/>
      </p:ext>
    </p:extLst>
  </p:cSld>
  <p:clrMapOvr>
    <a:masterClrMapping/>
  </p:clrMapOvr>
  <p:transition spd="med"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1947"/>
            <a:ext cx="10363200" cy="146896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600006" indent="0" algn="ctr">
              <a:buNone/>
              <a:defRPr/>
            </a:lvl2pPr>
            <a:lvl3pPr marL="1199989" indent="0" algn="ctr">
              <a:buNone/>
              <a:defRPr/>
            </a:lvl3pPr>
            <a:lvl4pPr marL="1800083" indent="0" algn="ctr">
              <a:buNone/>
              <a:defRPr/>
            </a:lvl4pPr>
            <a:lvl5pPr marL="2400097" indent="0" algn="ctr">
              <a:buNone/>
              <a:defRPr/>
            </a:lvl5pPr>
            <a:lvl6pPr marL="3000133" indent="0" algn="ctr">
              <a:buNone/>
              <a:defRPr/>
            </a:lvl6pPr>
            <a:lvl7pPr marL="3600137" indent="0" algn="ctr">
              <a:buNone/>
              <a:defRPr/>
            </a:lvl7pPr>
            <a:lvl8pPr marL="4200170" indent="0" algn="ctr">
              <a:buNone/>
              <a:defRPr/>
            </a:lvl8pPr>
            <a:lvl9pPr marL="4800217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2576056356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445165117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3133"/>
          </a:xfrm>
        </p:spPr>
        <p:txBody>
          <a:bodyPr/>
          <a:lstStyle>
            <a:lvl1pPr algn="l">
              <a:defRPr sz="5333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213"/>
            <a:ext cx="10363200" cy="1500716"/>
          </a:xfrm>
        </p:spPr>
        <p:txBody>
          <a:bodyPr anchor="b"/>
          <a:lstStyle>
            <a:lvl1pPr marL="0" indent="0">
              <a:buNone/>
              <a:defRPr sz="2667"/>
            </a:lvl1pPr>
            <a:lvl2pPr marL="600006" indent="0">
              <a:buNone/>
              <a:defRPr sz="2400"/>
            </a:lvl2pPr>
            <a:lvl3pPr marL="1199989" indent="0">
              <a:buNone/>
              <a:defRPr sz="2133"/>
            </a:lvl3pPr>
            <a:lvl4pPr marL="1800083" indent="0">
              <a:buNone/>
              <a:defRPr sz="1867"/>
            </a:lvl4pPr>
            <a:lvl5pPr marL="2400097" indent="0">
              <a:buNone/>
              <a:defRPr sz="1867"/>
            </a:lvl5pPr>
            <a:lvl6pPr marL="3000133" indent="0">
              <a:buNone/>
              <a:defRPr sz="1867"/>
            </a:lvl6pPr>
            <a:lvl7pPr marL="3600137" indent="0">
              <a:buNone/>
              <a:defRPr sz="1867"/>
            </a:lvl7pPr>
            <a:lvl8pPr marL="4200170" indent="0">
              <a:buNone/>
              <a:defRPr sz="1867"/>
            </a:lvl8pPr>
            <a:lvl9pPr marL="4800217" indent="0">
              <a:buNone/>
              <a:defRPr sz="1867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382246202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24417" y="5734052"/>
            <a:ext cx="3113616" cy="768349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3941236" y="5734052"/>
            <a:ext cx="3115733" cy="768349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934898037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5" y="275167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4" y="1534584"/>
            <a:ext cx="5386917" cy="6413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0006" indent="0">
              <a:buNone/>
              <a:defRPr sz="2667" b="1"/>
            </a:lvl2pPr>
            <a:lvl3pPr marL="1199989" indent="0">
              <a:buNone/>
              <a:defRPr sz="2400" b="1"/>
            </a:lvl3pPr>
            <a:lvl4pPr marL="1800083" indent="0">
              <a:buNone/>
              <a:defRPr sz="2133" b="1"/>
            </a:lvl4pPr>
            <a:lvl5pPr marL="2400097" indent="0">
              <a:buNone/>
              <a:defRPr sz="2133" b="1"/>
            </a:lvl5pPr>
            <a:lvl6pPr marL="3000133" indent="0">
              <a:buNone/>
              <a:defRPr sz="2133" b="1"/>
            </a:lvl6pPr>
            <a:lvl7pPr marL="3600137" indent="0">
              <a:buNone/>
              <a:defRPr sz="2133" b="1"/>
            </a:lvl7pPr>
            <a:lvl8pPr marL="4200170" indent="0">
              <a:buNone/>
              <a:defRPr sz="2133" b="1"/>
            </a:lvl8pPr>
            <a:lvl9pPr marL="4800217" indent="0">
              <a:buNone/>
              <a:defRPr sz="2133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4" y="2175961"/>
            <a:ext cx="5386917" cy="3949700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461" y="1534584"/>
            <a:ext cx="5389033" cy="6413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0006" indent="0">
              <a:buNone/>
              <a:defRPr sz="2667" b="1"/>
            </a:lvl2pPr>
            <a:lvl3pPr marL="1199989" indent="0">
              <a:buNone/>
              <a:defRPr sz="2400" b="1"/>
            </a:lvl3pPr>
            <a:lvl4pPr marL="1800083" indent="0">
              <a:buNone/>
              <a:defRPr sz="2133" b="1"/>
            </a:lvl4pPr>
            <a:lvl5pPr marL="2400097" indent="0">
              <a:buNone/>
              <a:defRPr sz="2133" b="1"/>
            </a:lvl5pPr>
            <a:lvl6pPr marL="3000133" indent="0">
              <a:buNone/>
              <a:defRPr sz="2133" b="1"/>
            </a:lvl6pPr>
            <a:lvl7pPr marL="3600137" indent="0">
              <a:buNone/>
              <a:defRPr sz="2133" b="1"/>
            </a:lvl7pPr>
            <a:lvl8pPr marL="4200170" indent="0">
              <a:buNone/>
              <a:defRPr sz="2133" b="1"/>
            </a:lvl8pPr>
            <a:lvl9pPr marL="4800217" indent="0">
              <a:buNone/>
              <a:defRPr sz="2133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461" y="2175961"/>
            <a:ext cx="5389033" cy="3949700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32621810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3858975263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2471624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82" y="273417"/>
            <a:ext cx="4011084" cy="116204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6" y="273422"/>
            <a:ext cx="6815667" cy="585258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82" y="1435100"/>
            <a:ext cx="4011084" cy="4690533"/>
          </a:xfrm>
        </p:spPr>
        <p:txBody>
          <a:bodyPr/>
          <a:lstStyle>
            <a:lvl1pPr marL="0" indent="0">
              <a:buNone/>
              <a:defRPr sz="1867"/>
            </a:lvl1pPr>
            <a:lvl2pPr marL="600006" indent="0">
              <a:buNone/>
              <a:defRPr sz="1600"/>
            </a:lvl2pPr>
            <a:lvl3pPr marL="1199989" indent="0">
              <a:buNone/>
              <a:defRPr sz="1333"/>
            </a:lvl3pPr>
            <a:lvl4pPr marL="1800083" indent="0">
              <a:buNone/>
              <a:defRPr sz="1200"/>
            </a:lvl4pPr>
            <a:lvl5pPr marL="2400097" indent="0">
              <a:buNone/>
              <a:defRPr sz="1200"/>
            </a:lvl5pPr>
            <a:lvl6pPr marL="3000133" indent="0">
              <a:buNone/>
              <a:defRPr sz="1200"/>
            </a:lvl6pPr>
            <a:lvl7pPr marL="3600137" indent="0">
              <a:buNone/>
              <a:defRPr sz="1200"/>
            </a:lvl7pPr>
            <a:lvl8pPr marL="4200170" indent="0">
              <a:buNone/>
              <a:defRPr sz="1200"/>
            </a:lvl8pPr>
            <a:lvl9pPr marL="4800217" indent="0">
              <a:buNone/>
              <a:defRPr sz="12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893652627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3"/>
            <a:ext cx="7315200" cy="567267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3833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0006" indent="0">
              <a:buNone/>
              <a:defRPr sz="3733"/>
            </a:lvl2pPr>
            <a:lvl3pPr marL="1199989" indent="0">
              <a:buNone/>
              <a:defRPr sz="3200"/>
            </a:lvl3pPr>
            <a:lvl4pPr marL="1800083" indent="0">
              <a:buNone/>
              <a:defRPr sz="2667"/>
            </a:lvl4pPr>
            <a:lvl5pPr marL="2400097" indent="0">
              <a:buNone/>
              <a:defRPr sz="2667"/>
            </a:lvl5pPr>
            <a:lvl6pPr marL="3000133" indent="0">
              <a:buNone/>
              <a:defRPr sz="2667"/>
            </a:lvl6pPr>
            <a:lvl7pPr marL="3600137" indent="0">
              <a:buNone/>
              <a:defRPr sz="2667"/>
            </a:lvl7pPr>
            <a:lvl8pPr marL="4200170" indent="0">
              <a:buNone/>
              <a:defRPr sz="2667"/>
            </a:lvl8pPr>
            <a:lvl9pPr marL="4800217" indent="0">
              <a:buNone/>
              <a:defRPr sz="2667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870"/>
            <a:ext cx="7315200" cy="804333"/>
          </a:xfrm>
        </p:spPr>
        <p:txBody>
          <a:bodyPr/>
          <a:lstStyle>
            <a:lvl1pPr marL="0" indent="0">
              <a:buNone/>
              <a:defRPr sz="1867"/>
            </a:lvl1pPr>
            <a:lvl2pPr marL="600006" indent="0">
              <a:buNone/>
              <a:defRPr sz="1600"/>
            </a:lvl2pPr>
            <a:lvl3pPr marL="1199989" indent="0">
              <a:buNone/>
              <a:defRPr sz="1333"/>
            </a:lvl3pPr>
            <a:lvl4pPr marL="1800083" indent="0">
              <a:buNone/>
              <a:defRPr sz="1200"/>
            </a:lvl4pPr>
            <a:lvl5pPr marL="2400097" indent="0">
              <a:buNone/>
              <a:defRPr sz="1200"/>
            </a:lvl5pPr>
            <a:lvl6pPr marL="3000133" indent="0">
              <a:buNone/>
              <a:defRPr sz="1200"/>
            </a:lvl6pPr>
            <a:lvl7pPr marL="3600137" indent="0">
              <a:buNone/>
              <a:defRPr sz="1200"/>
            </a:lvl7pPr>
            <a:lvl8pPr marL="4200170" indent="0">
              <a:buNone/>
              <a:defRPr sz="1200"/>
            </a:lvl8pPr>
            <a:lvl9pPr marL="4800217" indent="0">
              <a:buNone/>
              <a:defRPr sz="12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442185327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885467976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034624" y="548240"/>
            <a:ext cx="1803400" cy="5954183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24417" y="548240"/>
            <a:ext cx="5207000" cy="5954183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946352825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547" y="2130454"/>
            <a:ext cx="10362907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9094" y="3886200"/>
            <a:ext cx="8533813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609585" indent="0" algn="ctr">
              <a:buNone/>
              <a:defRPr/>
            </a:lvl2pPr>
            <a:lvl3pPr marL="1219170" indent="0" algn="ctr">
              <a:buNone/>
              <a:defRPr/>
            </a:lvl3pPr>
            <a:lvl4pPr marL="1828754" indent="0" algn="ctr">
              <a:buNone/>
              <a:defRPr/>
            </a:lvl4pPr>
            <a:lvl5pPr marL="2438339" indent="0" algn="ctr">
              <a:buNone/>
              <a:defRPr/>
            </a:lvl5pPr>
            <a:lvl6pPr marL="3047924" indent="0" algn="ctr">
              <a:buNone/>
              <a:defRPr/>
            </a:lvl6pPr>
            <a:lvl7pPr marL="3657509" indent="0" algn="ctr">
              <a:buNone/>
              <a:defRPr/>
            </a:lvl7pPr>
            <a:lvl8pPr marL="4267093" indent="0" algn="ctr">
              <a:buNone/>
              <a:defRPr/>
            </a:lvl8pPr>
            <a:lvl9pPr marL="4876678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284391-D8D3-494B-A197-8C82BDAD8668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1454819"/>
      </p:ext>
    </p:extLst>
  </p:cSld>
  <p:clrMapOvr>
    <a:masterClrMapping/>
  </p:clrMapOvr>
  <p:transition spd="med"/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09714" y="1600205"/>
            <a:ext cx="10972604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CF6401-0314-4FE4-871E-5C4012316303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0903183"/>
      </p:ext>
    </p:extLst>
  </p:cSld>
  <p:clrMapOvr>
    <a:masterClrMapping/>
  </p:clrMapOvr>
  <p:transition spd="med"/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417" y="4406925"/>
            <a:ext cx="10362905" cy="1362075"/>
          </a:xfrm>
        </p:spPr>
        <p:txBody>
          <a:bodyPr/>
          <a:lstStyle>
            <a:lvl1pPr algn="l">
              <a:defRPr sz="5333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417" y="2906713"/>
            <a:ext cx="10362905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667"/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88496C-2B48-4038-A997-33923D4E68F7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1967422"/>
      </p:ext>
    </p:extLst>
  </p:cSld>
  <p:clrMapOvr>
    <a:masterClrMapping/>
  </p:clrMapOvr>
  <p:transition spd="med"/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706" y="1600205"/>
            <a:ext cx="5391525" cy="4525963"/>
          </a:xfrm>
          <a:prstGeom prst="rect">
            <a:avLst/>
          </a:prstGeo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88823" y="1600205"/>
            <a:ext cx="5393480" cy="4525963"/>
          </a:xfrm>
          <a:prstGeom prst="rect">
            <a:avLst/>
          </a:prstGeo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BEBA0D-75FD-46D0-B7D2-E9D8E683C02F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1674346"/>
      </p:ext>
    </p:extLst>
  </p:cSld>
  <p:clrMapOvr>
    <a:masterClrMapping/>
  </p:clrMapOvr>
  <p:transition spd="med"/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714" y="274639"/>
            <a:ext cx="10972604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705" y="1535113"/>
            <a:ext cx="5387617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705" y="2174875"/>
            <a:ext cx="5387617" cy="395128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2732" y="1535113"/>
            <a:ext cx="5389571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2732" y="2174875"/>
            <a:ext cx="5389571" cy="395128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E154A5-6FA1-4F54-AA9E-5994169DE16A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5551100"/>
      </p:ext>
    </p:extLst>
  </p:cSld>
  <p:clrMapOvr>
    <a:masterClrMapping/>
  </p:clrMapOvr>
  <p:transition spd="med"/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F30919-0B1B-4905-A9C8-CBB53A334A4C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6779902"/>
      </p:ext>
    </p:extLst>
  </p:cSld>
  <p:clrMapOvr>
    <a:masterClrMapping/>
  </p:clrMapOvr>
  <p:transition spd="med"/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AA764D-153A-4505-BC3E-0C3AE73137A3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8394859"/>
      </p:ext>
    </p:extLst>
  </p:cSld>
  <p:clrMapOvr>
    <a:masterClrMapping/>
  </p:clrMapOvr>
  <p:transition spd="med"/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705" y="273049"/>
            <a:ext cx="4011889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218" y="273056"/>
            <a:ext cx="6816108" cy="5853113"/>
          </a:xfrm>
          <a:prstGeom prst="rect">
            <a:avLst/>
          </a:prstGeo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705" y="1435104"/>
            <a:ext cx="4011889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B9AD51-DA61-4A66-AD19-1C26890BCA04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3277186"/>
      </p:ext>
    </p:extLst>
  </p:cSld>
  <p:clrMapOvr>
    <a:masterClrMapping/>
  </p:clrMapOvr>
  <p:transition spd="med"/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953" y="4800601"/>
            <a:ext cx="7314417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953" y="612775"/>
            <a:ext cx="7314417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953" y="5367341"/>
            <a:ext cx="7314417" cy="804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9B380F-34AA-4CF1-89AC-87CCD7BCA2F0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2879256"/>
      </p:ext>
    </p:extLst>
  </p:cSld>
  <p:clrMapOvr>
    <a:masterClrMapping/>
  </p:clrMapOvr>
  <p:transition spd="med"/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714" y="1600205"/>
            <a:ext cx="10972604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A0864E-BA67-4E49-8796-AE8EA7BC4AE2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1416682"/>
      </p:ext>
    </p:extLst>
  </p:cSld>
  <p:clrMapOvr>
    <a:masterClrMapping/>
  </p:clrMapOvr>
  <p:transition spd="med"/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998904" y="328617"/>
            <a:ext cx="2856981" cy="579755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24077" y="328617"/>
            <a:ext cx="8387252" cy="5797551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0472FA-E09D-49BA-902C-385C98810000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9598490"/>
      </p:ext>
    </p:extLst>
  </p:cSld>
  <p:clrMapOvr>
    <a:masterClrMapping/>
  </p:clrMapOvr>
  <p:transition spd="med"/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9" descr="Cover_16 9_hand_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1" y="0"/>
            <a:ext cx="6093884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431371" y="404664"/>
            <a:ext cx="5184576" cy="1680187"/>
          </a:xfrm>
        </p:spPr>
        <p:txBody>
          <a:bodyPr>
            <a:noAutofit/>
          </a:bodyPr>
          <a:lstStyle>
            <a:lvl1pPr algn="l">
              <a:defRPr sz="4800" baseline="0">
                <a:solidFill>
                  <a:srgbClr val="0087DC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28395" y="5637245"/>
            <a:ext cx="5091541" cy="720080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l">
              <a:buNone/>
              <a:defRPr sz="2667" baseline="0">
                <a:solidFill>
                  <a:schemeClr val="tx1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057284784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547" y="2130454"/>
            <a:ext cx="10362907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9094" y="3886200"/>
            <a:ext cx="8533813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609585" indent="0" algn="ctr">
              <a:buNone/>
              <a:defRPr/>
            </a:lvl2pPr>
            <a:lvl3pPr marL="1219170" indent="0" algn="ctr">
              <a:buNone/>
              <a:defRPr/>
            </a:lvl3pPr>
            <a:lvl4pPr marL="1828754" indent="0" algn="ctr">
              <a:buNone/>
              <a:defRPr/>
            </a:lvl4pPr>
            <a:lvl5pPr marL="2438339" indent="0" algn="ctr">
              <a:buNone/>
              <a:defRPr/>
            </a:lvl5pPr>
            <a:lvl6pPr marL="3047924" indent="0" algn="ctr">
              <a:buNone/>
              <a:defRPr/>
            </a:lvl6pPr>
            <a:lvl7pPr marL="3657509" indent="0" algn="ctr">
              <a:buNone/>
              <a:defRPr/>
            </a:lvl7pPr>
            <a:lvl8pPr marL="4267093" indent="0" algn="ctr">
              <a:buNone/>
              <a:defRPr/>
            </a:lvl8pPr>
            <a:lvl9pPr marL="4876678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284391-D8D3-494B-A197-8C82BDAD8668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6637074"/>
      </p:ext>
    </p:extLst>
  </p:cSld>
  <p:clrMapOvr>
    <a:masterClrMapping/>
  </p:clrMapOvr>
  <p:transition spd="med"/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09714" y="1600205"/>
            <a:ext cx="10972604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CF6401-0314-4FE4-871E-5C4012316303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8843907"/>
      </p:ext>
    </p:extLst>
  </p:cSld>
  <p:clrMapOvr>
    <a:masterClrMapping/>
  </p:clrMapOvr>
  <p:transition spd="med"/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417" y="4406925"/>
            <a:ext cx="10362905" cy="1362075"/>
          </a:xfrm>
        </p:spPr>
        <p:txBody>
          <a:bodyPr/>
          <a:lstStyle>
            <a:lvl1pPr algn="l">
              <a:defRPr sz="5333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417" y="2906713"/>
            <a:ext cx="10362905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667"/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88496C-2B48-4038-A997-33923D4E68F7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3620333"/>
      </p:ext>
    </p:extLst>
  </p:cSld>
  <p:clrMapOvr>
    <a:masterClrMapping/>
  </p:clrMapOvr>
  <p:transition spd="med"/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706" y="1600205"/>
            <a:ext cx="5391525" cy="4525963"/>
          </a:xfrm>
          <a:prstGeom prst="rect">
            <a:avLst/>
          </a:prstGeo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88823" y="1600205"/>
            <a:ext cx="5393480" cy="4525963"/>
          </a:xfrm>
          <a:prstGeom prst="rect">
            <a:avLst/>
          </a:prstGeo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BEBA0D-75FD-46D0-B7D2-E9D8E683C02F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1886696"/>
      </p:ext>
    </p:extLst>
  </p:cSld>
  <p:clrMapOvr>
    <a:masterClrMapping/>
  </p:clrMapOvr>
  <p:transition spd="med"/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714" y="274639"/>
            <a:ext cx="10972604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705" y="1535113"/>
            <a:ext cx="5387617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705" y="2174875"/>
            <a:ext cx="5387617" cy="395128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2732" y="1535113"/>
            <a:ext cx="5389571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2732" y="2174875"/>
            <a:ext cx="5389571" cy="395128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E154A5-6FA1-4F54-AA9E-5994169DE16A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3175351"/>
      </p:ext>
    </p:extLst>
  </p:cSld>
  <p:clrMapOvr>
    <a:masterClrMapping/>
  </p:clrMapOvr>
  <p:transition spd="med"/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F30919-0B1B-4905-A9C8-CBB53A334A4C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6717957"/>
      </p:ext>
    </p:extLst>
  </p:cSld>
  <p:clrMapOvr>
    <a:masterClrMapping/>
  </p:clrMapOvr>
  <p:transition spd="med"/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AA764D-153A-4505-BC3E-0C3AE73137A3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9512156"/>
      </p:ext>
    </p:extLst>
  </p:cSld>
  <p:clrMapOvr>
    <a:masterClrMapping/>
  </p:clrMapOvr>
  <p:transition spd="med"/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705" y="273049"/>
            <a:ext cx="4011889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218" y="273056"/>
            <a:ext cx="6816108" cy="5853113"/>
          </a:xfrm>
          <a:prstGeom prst="rect">
            <a:avLst/>
          </a:prstGeo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705" y="1435104"/>
            <a:ext cx="4011889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B9AD51-DA61-4A66-AD19-1C26890BCA04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8196817"/>
      </p:ext>
    </p:extLst>
  </p:cSld>
  <p:clrMapOvr>
    <a:masterClrMapping/>
  </p:clrMapOvr>
  <p:transition spd="med"/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953" y="4800601"/>
            <a:ext cx="7314417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953" y="612775"/>
            <a:ext cx="7314417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953" y="5367341"/>
            <a:ext cx="7314417" cy="804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9B380F-34AA-4CF1-89AC-87CCD7BCA2F0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7075708"/>
      </p:ext>
    </p:extLst>
  </p:cSld>
  <p:clrMapOvr>
    <a:masterClrMapping/>
  </p:clrMapOvr>
  <p:transition spd="med"/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714" y="1600205"/>
            <a:ext cx="10972604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A0864E-BA67-4E49-8796-AE8EA7BC4AE2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8976739"/>
      </p:ext>
    </p:extLst>
  </p:cSld>
  <p:clrMapOvr>
    <a:masterClrMapping/>
  </p:clrMapOvr>
  <p:transition spd="med"/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998904" y="328617"/>
            <a:ext cx="2856981" cy="579755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24077" y="328617"/>
            <a:ext cx="8387252" cy="5797551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0472FA-E09D-49BA-902C-385C98810000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6294534"/>
      </p:ext>
    </p:extLst>
  </p:cSld>
  <p:clrMapOvr>
    <a:masterClrMapping/>
  </p:clrMapOvr>
  <p:transition spd="med"/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9" descr="Cover_16 9_hand_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1" y="0"/>
            <a:ext cx="6093884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431371" y="404664"/>
            <a:ext cx="5184576" cy="1680187"/>
          </a:xfrm>
        </p:spPr>
        <p:txBody>
          <a:bodyPr>
            <a:noAutofit/>
          </a:bodyPr>
          <a:lstStyle>
            <a:lvl1pPr algn="l">
              <a:defRPr sz="4800" baseline="0">
                <a:solidFill>
                  <a:srgbClr val="0087DC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28395" y="5637245"/>
            <a:ext cx="5091541" cy="720080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l">
              <a:buNone/>
              <a:defRPr sz="2667" baseline="0">
                <a:solidFill>
                  <a:schemeClr val="tx1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794196697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547" y="2130454"/>
            <a:ext cx="10362907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9094" y="3886200"/>
            <a:ext cx="8533813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609585" indent="0" algn="ctr">
              <a:buNone/>
              <a:defRPr/>
            </a:lvl2pPr>
            <a:lvl3pPr marL="1219170" indent="0" algn="ctr">
              <a:buNone/>
              <a:defRPr/>
            </a:lvl3pPr>
            <a:lvl4pPr marL="1828754" indent="0" algn="ctr">
              <a:buNone/>
              <a:defRPr/>
            </a:lvl4pPr>
            <a:lvl5pPr marL="2438339" indent="0" algn="ctr">
              <a:buNone/>
              <a:defRPr/>
            </a:lvl5pPr>
            <a:lvl6pPr marL="3047924" indent="0" algn="ctr">
              <a:buNone/>
              <a:defRPr/>
            </a:lvl6pPr>
            <a:lvl7pPr marL="3657509" indent="0" algn="ctr">
              <a:buNone/>
              <a:defRPr/>
            </a:lvl7pPr>
            <a:lvl8pPr marL="4267093" indent="0" algn="ctr">
              <a:buNone/>
              <a:defRPr/>
            </a:lvl8pPr>
            <a:lvl9pPr marL="4876678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284391-D8D3-494B-A197-8C82BDAD8668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3564785"/>
      </p:ext>
    </p:extLst>
  </p:cSld>
  <p:clrMapOvr>
    <a:masterClrMapping/>
  </p:clrMapOvr>
  <p:transition spd="med"/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09714" y="1600205"/>
            <a:ext cx="10972604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CF6401-0314-4FE4-871E-5C4012316303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992575"/>
      </p:ext>
    </p:extLst>
  </p:cSld>
  <p:clrMapOvr>
    <a:masterClrMapping/>
  </p:clrMapOvr>
  <p:transition spd="med"/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417" y="4406925"/>
            <a:ext cx="10362905" cy="1362075"/>
          </a:xfrm>
        </p:spPr>
        <p:txBody>
          <a:bodyPr/>
          <a:lstStyle>
            <a:lvl1pPr algn="l">
              <a:defRPr sz="5333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417" y="2906713"/>
            <a:ext cx="10362905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667"/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88496C-2B48-4038-A997-33923D4E68F7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0010712"/>
      </p:ext>
    </p:extLst>
  </p:cSld>
  <p:clrMapOvr>
    <a:masterClrMapping/>
  </p:clrMapOvr>
  <p:transition spd="med"/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706" y="1600205"/>
            <a:ext cx="5391525" cy="4525963"/>
          </a:xfrm>
          <a:prstGeom prst="rect">
            <a:avLst/>
          </a:prstGeo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88823" y="1600205"/>
            <a:ext cx="5393480" cy="4525963"/>
          </a:xfrm>
          <a:prstGeom prst="rect">
            <a:avLst/>
          </a:prstGeo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BEBA0D-75FD-46D0-B7D2-E9D8E683C02F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8663808"/>
      </p:ext>
    </p:extLst>
  </p:cSld>
  <p:clrMapOvr>
    <a:masterClrMapping/>
  </p:clrMapOvr>
  <p:transition spd="med"/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714" y="274639"/>
            <a:ext cx="10972604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705" y="1535113"/>
            <a:ext cx="5387617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705" y="2174875"/>
            <a:ext cx="5387617" cy="395128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2732" y="1535113"/>
            <a:ext cx="5389571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2732" y="2174875"/>
            <a:ext cx="5389571" cy="395128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E154A5-6FA1-4F54-AA9E-5994169DE16A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9634426"/>
      </p:ext>
    </p:extLst>
  </p:cSld>
  <p:clrMapOvr>
    <a:masterClrMapping/>
  </p:clrMapOvr>
  <p:transition spd="med"/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F30919-0B1B-4905-A9C8-CBB53A334A4C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9699440"/>
      </p:ext>
    </p:extLst>
  </p:cSld>
  <p:clrMapOvr>
    <a:masterClrMapping/>
  </p:clrMapOvr>
  <p:transition spd="med"/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AA764D-153A-4505-BC3E-0C3AE73137A3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5345071"/>
      </p:ext>
    </p:extLst>
  </p:cSld>
  <p:clrMapOvr>
    <a:masterClrMapping/>
  </p:clrMapOvr>
  <p:transition spd="med"/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705" y="273049"/>
            <a:ext cx="4011889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218" y="273056"/>
            <a:ext cx="6816108" cy="5853113"/>
          </a:xfrm>
          <a:prstGeom prst="rect">
            <a:avLst/>
          </a:prstGeo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705" y="1435104"/>
            <a:ext cx="4011889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B9AD51-DA61-4A66-AD19-1C26890BCA04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069120"/>
      </p:ext>
    </p:extLst>
  </p:cSld>
  <p:clrMapOvr>
    <a:masterClrMapping/>
  </p:clrMapOvr>
  <p:transition spd="med"/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953" y="4800601"/>
            <a:ext cx="7314417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953" y="612775"/>
            <a:ext cx="7314417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953" y="5367341"/>
            <a:ext cx="7314417" cy="804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9B380F-34AA-4CF1-89AC-87CCD7BCA2F0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6387341"/>
      </p:ext>
    </p:extLst>
  </p:cSld>
  <p:clrMapOvr>
    <a:masterClrMapping/>
  </p:clrMapOvr>
  <p:transition spd="med"/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714" y="1600205"/>
            <a:ext cx="10972604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A0864E-BA67-4E49-8796-AE8EA7BC4AE2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836920"/>
      </p:ext>
    </p:extLst>
  </p:cSld>
  <p:clrMapOvr>
    <a:masterClrMapping/>
  </p:clrMapOvr>
  <p:transition spd="med"/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998904" y="328617"/>
            <a:ext cx="2856981" cy="579755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24077" y="328617"/>
            <a:ext cx="8387252" cy="5797551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0472FA-E09D-49BA-902C-385C98810000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1891491"/>
      </p:ext>
    </p:extLst>
  </p:cSld>
  <p:clrMapOvr>
    <a:masterClrMapping/>
  </p:clrMapOvr>
  <p:transition spd="med"/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9" descr="Cover_16 9_hand_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1" y="0"/>
            <a:ext cx="6093884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431371" y="404664"/>
            <a:ext cx="5184576" cy="1680187"/>
          </a:xfrm>
        </p:spPr>
        <p:txBody>
          <a:bodyPr>
            <a:noAutofit/>
          </a:bodyPr>
          <a:lstStyle>
            <a:lvl1pPr algn="l">
              <a:defRPr sz="4800" baseline="0">
                <a:solidFill>
                  <a:srgbClr val="0087DC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28395" y="5637245"/>
            <a:ext cx="5091541" cy="720080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l">
              <a:buNone/>
              <a:defRPr sz="2667" baseline="0">
                <a:solidFill>
                  <a:schemeClr val="tx1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635809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jpe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6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49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7.xml"/><Relationship Id="rId13" Type="http://schemas.openxmlformats.org/officeDocument/2006/relationships/slideLayout" Target="../slideLayouts/slideLayout62.xml"/><Relationship Id="rId3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61.xml"/><Relationship Id="rId2" Type="http://schemas.openxmlformats.org/officeDocument/2006/relationships/slideLayout" Target="../slideLayouts/slideLayout51.xml"/><Relationship Id="rId1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60.xml"/><Relationship Id="rId5" Type="http://schemas.openxmlformats.org/officeDocument/2006/relationships/slideLayout" Target="../slideLayouts/slideLayout54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59.xml"/><Relationship Id="rId4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8.xml"/><Relationship Id="rId14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0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9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4.xml"/><Relationship Id="rId1" Type="http://schemas.openxmlformats.org/officeDocument/2006/relationships/slideLayout" Target="../slideLayouts/slideLayout63.xml"/><Relationship Id="rId6" Type="http://schemas.openxmlformats.org/officeDocument/2006/relationships/slideLayout" Target="../slideLayouts/slideLayout68.xml"/><Relationship Id="rId11" Type="http://schemas.openxmlformats.org/officeDocument/2006/relationships/slideLayout" Target="../slideLayouts/slideLayout73.xml"/><Relationship Id="rId5" Type="http://schemas.openxmlformats.org/officeDocument/2006/relationships/slideLayout" Target="../slideLayouts/slideLayout67.xml"/><Relationship Id="rId10" Type="http://schemas.openxmlformats.org/officeDocument/2006/relationships/slideLayout" Target="../slideLayouts/slideLayout72.xml"/><Relationship Id="rId4" Type="http://schemas.openxmlformats.org/officeDocument/2006/relationships/slideLayout" Target="../slideLayouts/slideLayout66.xml"/><Relationship Id="rId9" Type="http://schemas.openxmlformats.org/officeDocument/2006/relationships/slideLayout" Target="../slideLayouts/slideLayout71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1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76.xml"/><Relationship Id="rId7" Type="http://schemas.openxmlformats.org/officeDocument/2006/relationships/slideLayout" Target="../slideLayouts/slideLayout80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5.xml"/><Relationship Id="rId1" Type="http://schemas.openxmlformats.org/officeDocument/2006/relationships/slideLayout" Target="../slideLayouts/slideLayout74.xml"/><Relationship Id="rId6" Type="http://schemas.openxmlformats.org/officeDocument/2006/relationships/slideLayout" Target="../slideLayouts/slideLayout79.xml"/><Relationship Id="rId11" Type="http://schemas.openxmlformats.org/officeDocument/2006/relationships/slideLayout" Target="../slideLayouts/slideLayout84.xml"/><Relationship Id="rId5" Type="http://schemas.openxmlformats.org/officeDocument/2006/relationships/slideLayout" Target="../slideLayouts/slideLayout78.xml"/><Relationship Id="rId10" Type="http://schemas.openxmlformats.org/officeDocument/2006/relationships/slideLayout" Target="../slideLayouts/slideLayout83.xml"/><Relationship Id="rId4" Type="http://schemas.openxmlformats.org/officeDocument/2006/relationships/slideLayout" Target="../slideLayouts/slideLayout77.xml"/><Relationship Id="rId9" Type="http://schemas.openxmlformats.org/officeDocument/2006/relationships/slideLayout" Target="../slideLayouts/slideLayout82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2.xml"/><Relationship Id="rId13" Type="http://schemas.openxmlformats.org/officeDocument/2006/relationships/theme" Target="../theme/theme8.xml"/><Relationship Id="rId3" Type="http://schemas.openxmlformats.org/officeDocument/2006/relationships/slideLayout" Target="../slideLayouts/slideLayout87.xml"/><Relationship Id="rId7" Type="http://schemas.openxmlformats.org/officeDocument/2006/relationships/slideLayout" Target="../slideLayouts/slideLayout91.xml"/><Relationship Id="rId12" Type="http://schemas.openxmlformats.org/officeDocument/2006/relationships/slideLayout" Target="../slideLayouts/slideLayout96.xml"/><Relationship Id="rId2" Type="http://schemas.openxmlformats.org/officeDocument/2006/relationships/slideLayout" Target="../slideLayouts/slideLayout86.xml"/><Relationship Id="rId1" Type="http://schemas.openxmlformats.org/officeDocument/2006/relationships/slideLayout" Target="../slideLayouts/slideLayout85.xml"/><Relationship Id="rId6" Type="http://schemas.openxmlformats.org/officeDocument/2006/relationships/slideLayout" Target="../slideLayouts/slideLayout90.xml"/><Relationship Id="rId11" Type="http://schemas.openxmlformats.org/officeDocument/2006/relationships/slideLayout" Target="../slideLayouts/slideLayout95.xml"/><Relationship Id="rId5" Type="http://schemas.openxmlformats.org/officeDocument/2006/relationships/slideLayout" Target="../slideLayouts/slideLayout89.xml"/><Relationship Id="rId10" Type="http://schemas.openxmlformats.org/officeDocument/2006/relationships/slideLayout" Target="../slideLayouts/slideLayout94.xml"/><Relationship Id="rId4" Type="http://schemas.openxmlformats.org/officeDocument/2006/relationships/slideLayout" Target="../slideLayouts/slideLayout88.xml"/><Relationship Id="rId9" Type="http://schemas.openxmlformats.org/officeDocument/2006/relationships/slideLayout" Target="../slideLayouts/slideLayout93.xml"/><Relationship Id="rId14" Type="http://schemas.openxmlformats.org/officeDocument/2006/relationships/image" Target="../media/image2.jpeg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4.xml"/><Relationship Id="rId13" Type="http://schemas.openxmlformats.org/officeDocument/2006/relationships/theme" Target="../theme/theme9.xml"/><Relationship Id="rId3" Type="http://schemas.openxmlformats.org/officeDocument/2006/relationships/slideLayout" Target="../slideLayouts/slideLayout99.xml"/><Relationship Id="rId7" Type="http://schemas.openxmlformats.org/officeDocument/2006/relationships/slideLayout" Target="../slideLayouts/slideLayout103.xml"/><Relationship Id="rId12" Type="http://schemas.openxmlformats.org/officeDocument/2006/relationships/slideLayout" Target="../slideLayouts/slideLayout108.xml"/><Relationship Id="rId2" Type="http://schemas.openxmlformats.org/officeDocument/2006/relationships/slideLayout" Target="../slideLayouts/slideLayout98.xml"/><Relationship Id="rId1" Type="http://schemas.openxmlformats.org/officeDocument/2006/relationships/slideLayout" Target="../slideLayouts/slideLayout97.xml"/><Relationship Id="rId6" Type="http://schemas.openxmlformats.org/officeDocument/2006/relationships/slideLayout" Target="../slideLayouts/slideLayout102.xml"/><Relationship Id="rId11" Type="http://schemas.openxmlformats.org/officeDocument/2006/relationships/slideLayout" Target="../slideLayouts/slideLayout107.xml"/><Relationship Id="rId5" Type="http://schemas.openxmlformats.org/officeDocument/2006/relationships/slideLayout" Target="../slideLayouts/slideLayout101.xml"/><Relationship Id="rId10" Type="http://schemas.openxmlformats.org/officeDocument/2006/relationships/slideLayout" Target="../slideLayouts/slideLayout106.xml"/><Relationship Id="rId4" Type="http://schemas.openxmlformats.org/officeDocument/2006/relationships/slideLayout" Target="../slideLayouts/slideLayout100.xml"/><Relationship Id="rId9" Type="http://schemas.openxmlformats.org/officeDocument/2006/relationships/slideLayout" Target="../slideLayouts/slideLayout105.xml"/><Relationship Id="rId14" Type="http://schemas.openxmlformats.org/officeDocument/2006/relationships/image" Target="../media/image2.jpeg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6.xml"/><Relationship Id="rId13" Type="http://schemas.openxmlformats.org/officeDocument/2006/relationships/theme" Target="../theme/theme10.xml"/><Relationship Id="rId3" Type="http://schemas.openxmlformats.org/officeDocument/2006/relationships/slideLayout" Target="../slideLayouts/slideLayout111.xml"/><Relationship Id="rId7" Type="http://schemas.openxmlformats.org/officeDocument/2006/relationships/slideLayout" Target="../slideLayouts/slideLayout115.xml"/><Relationship Id="rId12" Type="http://schemas.openxmlformats.org/officeDocument/2006/relationships/slideLayout" Target="../slideLayouts/slideLayout120.xml"/><Relationship Id="rId2" Type="http://schemas.openxmlformats.org/officeDocument/2006/relationships/slideLayout" Target="../slideLayouts/slideLayout110.xml"/><Relationship Id="rId1" Type="http://schemas.openxmlformats.org/officeDocument/2006/relationships/slideLayout" Target="../slideLayouts/slideLayout109.xml"/><Relationship Id="rId6" Type="http://schemas.openxmlformats.org/officeDocument/2006/relationships/slideLayout" Target="../slideLayouts/slideLayout114.xml"/><Relationship Id="rId11" Type="http://schemas.openxmlformats.org/officeDocument/2006/relationships/slideLayout" Target="../slideLayouts/slideLayout119.xml"/><Relationship Id="rId5" Type="http://schemas.openxmlformats.org/officeDocument/2006/relationships/slideLayout" Target="../slideLayouts/slideLayout113.xml"/><Relationship Id="rId10" Type="http://schemas.openxmlformats.org/officeDocument/2006/relationships/slideLayout" Target="../slideLayouts/slideLayout118.xml"/><Relationship Id="rId4" Type="http://schemas.openxmlformats.org/officeDocument/2006/relationships/slideLayout" Target="../slideLayouts/slideLayout112.xml"/><Relationship Id="rId9" Type="http://schemas.openxmlformats.org/officeDocument/2006/relationships/slideLayout" Target="../slideLayouts/slideLayout117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44" name="Picture 12" descr="back_16 9_hand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6684" y="0"/>
            <a:ext cx="5044017" cy="6860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41" name="標題版面配置區 1"/>
          <p:cNvSpPr>
            <a:spLocks noGrp="1"/>
          </p:cNvSpPr>
          <p:nvPr>
            <p:ph type="title"/>
          </p:nvPr>
        </p:nvSpPr>
        <p:spPr bwMode="auto">
          <a:xfrm>
            <a:off x="624420" y="548217"/>
            <a:ext cx="7213600" cy="42248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213" tIns="45605" rIns="91213" bIns="4560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8442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624420" y="5734052"/>
            <a:ext cx="6432549" cy="7683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213" tIns="45605" rIns="91213" bIns="4560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To learn more about Delta</a:t>
            </a:r>
          </a:p>
          <a:p>
            <a:pPr lvl="0"/>
            <a:r>
              <a:rPr lang="en-US" altLang="zh-TW"/>
              <a:t>please visit www.deltaww.com</a:t>
            </a:r>
          </a:p>
        </p:txBody>
      </p:sp>
    </p:spTree>
    <p:extLst>
      <p:ext uri="{BB962C8B-B14F-4D97-AF65-F5344CB8AC3E}">
        <p14:creationId xmlns:p14="http://schemas.microsoft.com/office/powerpoint/2010/main" val="1053589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4800">
          <a:solidFill>
            <a:srgbClr val="0087DC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4800">
          <a:solidFill>
            <a:srgbClr val="0087DC"/>
          </a:solidFill>
          <a:latin typeface="Arial" charset="0"/>
          <a:ea typeface="微軟正黑體" pitchFamily="34" charset="-12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4800">
          <a:solidFill>
            <a:srgbClr val="0087DC"/>
          </a:solidFill>
          <a:latin typeface="Arial" charset="0"/>
          <a:ea typeface="微軟正黑體" pitchFamily="34" charset="-12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4800">
          <a:solidFill>
            <a:srgbClr val="0087DC"/>
          </a:solidFill>
          <a:latin typeface="Arial" charset="0"/>
          <a:ea typeface="微軟正黑體" pitchFamily="34" charset="-12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4800">
          <a:solidFill>
            <a:srgbClr val="0087DC"/>
          </a:solidFill>
          <a:latin typeface="Arial" charset="0"/>
          <a:ea typeface="微軟正黑體" pitchFamily="34" charset="-120"/>
        </a:defRPr>
      </a:lvl5pPr>
      <a:lvl6pPr marL="608035" algn="l" rtl="0" eaLnBrk="1" fontAlgn="base" hangingPunct="1">
        <a:spcBef>
          <a:spcPct val="0"/>
        </a:spcBef>
        <a:spcAft>
          <a:spcPct val="0"/>
        </a:spcAft>
        <a:defRPr kumimoji="1" sz="4800">
          <a:solidFill>
            <a:srgbClr val="0087DC"/>
          </a:solidFill>
          <a:latin typeface="Arial" charset="0"/>
          <a:ea typeface="微軟正黑體" pitchFamily="34" charset="-120"/>
        </a:defRPr>
      </a:lvl6pPr>
      <a:lvl7pPr marL="1216070" algn="l" rtl="0" eaLnBrk="1" fontAlgn="base" hangingPunct="1">
        <a:spcBef>
          <a:spcPct val="0"/>
        </a:spcBef>
        <a:spcAft>
          <a:spcPct val="0"/>
        </a:spcAft>
        <a:defRPr kumimoji="1" sz="4800">
          <a:solidFill>
            <a:srgbClr val="0087DC"/>
          </a:solidFill>
          <a:latin typeface="Arial" charset="0"/>
          <a:ea typeface="微軟正黑體" pitchFamily="34" charset="-120"/>
        </a:defRPr>
      </a:lvl7pPr>
      <a:lvl8pPr marL="1824130" algn="l" rtl="0" eaLnBrk="1" fontAlgn="base" hangingPunct="1">
        <a:spcBef>
          <a:spcPct val="0"/>
        </a:spcBef>
        <a:spcAft>
          <a:spcPct val="0"/>
        </a:spcAft>
        <a:defRPr kumimoji="1" sz="4800">
          <a:solidFill>
            <a:srgbClr val="0087DC"/>
          </a:solidFill>
          <a:latin typeface="Arial" charset="0"/>
          <a:ea typeface="微軟正黑體" pitchFamily="34" charset="-120"/>
        </a:defRPr>
      </a:lvl8pPr>
      <a:lvl9pPr marL="2432167" algn="l" rtl="0" eaLnBrk="1" fontAlgn="base" hangingPunct="1">
        <a:spcBef>
          <a:spcPct val="0"/>
        </a:spcBef>
        <a:spcAft>
          <a:spcPct val="0"/>
        </a:spcAft>
        <a:defRPr kumimoji="1" sz="4800">
          <a:solidFill>
            <a:srgbClr val="0087DC"/>
          </a:solidFill>
          <a:latin typeface="Arial" charset="0"/>
          <a:ea typeface="微軟正黑體" pitchFamily="34" charset="-120"/>
        </a:defRPr>
      </a:lvl9pPr>
    </p:titleStyle>
    <p:bodyStyle>
      <a:lvl1pPr marL="456031" indent="-456031" algn="l" rtl="0" eaLnBrk="1" fontAlgn="base" hangingPunct="1">
        <a:spcBef>
          <a:spcPct val="20000"/>
        </a:spcBef>
        <a:spcAft>
          <a:spcPct val="0"/>
        </a:spcAft>
        <a:defRPr kumimoji="1" sz="1867">
          <a:solidFill>
            <a:srgbClr val="0087DC"/>
          </a:solidFill>
          <a:latin typeface="+mn-lt"/>
          <a:ea typeface="+mn-ea"/>
          <a:cs typeface="+mn-cs"/>
        </a:defRPr>
      </a:lvl1pPr>
      <a:lvl2pPr marL="988073" indent="-380038" algn="l" rtl="0" eaLnBrk="1" fontAlgn="base" hangingPunct="1">
        <a:spcBef>
          <a:spcPct val="20000"/>
        </a:spcBef>
        <a:spcAft>
          <a:spcPct val="0"/>
        </a:spcAft>
        <a:buChar char="–"/>
        <a:defRPr kumimoji="1" sz="3733">
          <a:solidFill>
            <a:schemeClr val="tx1"/>
          </a:solidFill>
          <a:latin typeface="+mn-lt"/>
          <a:ea typeface="+mn-ea"/>
        </a:defRPr>
      </a:lvl2pPr>
      <a:lvl3pPr marL="1520113" indent="-304018" algn="l" rtl="0" eaLnBrk="1" fontAlgn="base" hangingPunct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</a:defRPr>
      </a:lvl3pPr>
      <a:lvl4pPr marL="2128153" indent="-304018" algn="l" rtl="0" eaLnBrk="1" fontAlgn="base" hangingPunct="1">
        <a:spcBef>
          <a:spcPct val="20000"/>
        </a:spcBef>
        <a:spcAft>
          <a:spcPct val="0"/>
        </a:spcAft>
        <a:buChar char="–"/>
        <a:defRPr kumimoji="1" sz="2667">
          <a:solidFill>
            <a:schemeClr val="tx1"/>
          </a:solidFill>
          <a:latin typeface="+mn-lt"/>
          <a:ea typeface="+mn-ea"/>
        </a:defRPr>
      </a:lvl4pPr>
      <a:lvl5pPr marL="2736205" indent="-304018" algn="l" rtl="0" eaLnBrk="1" fontAlgn="base" hangingPunct="1">
        <a:spcBef>
          <a:spcPct val="20000"/>
        </a:spcBef>
        <a:spcAft>
          <a:spcPct val="0"/>
        </a:spcAft>
        <a:buChar char="»"/>
        <a:defRPr kumimoji="1" sz="2667">
          <a:solidFill>
            <a:schemeClr val="tx1"/>
          </a:solidFill>
          <a:latin typeface="+mn-lt"/>
          <a:ea typeface="+mn-ea"/>
        </a:defRPr>
      </a:lvl5pPr>
      <a:lvl6pPr marL="3344244" indent="-304018" algn="l" rtl="0" eaLnBrk="1" fontAlgn="base" hangingPunct="1">
        <a:spcBef>
          <a:spcPct val="20000"/>
        </a:spcBef>
        <a:spcAft>
          <a:spcPct val="0"/>
        </a:spcAft>
        <a:buChar char="»"/>
        <a:defRPr kumimoji="1" sz="2667">
          <a:solidFill>
            <a:schemeClr val="tx1"/>
          </a:solidFill>
          <a:latin typeface="+mn-lt"/>
          <a:ea typeface="+mn-ea"/>
        </a:defRPr>
      </a:lvl6pPr>
      <a:lvl7pPr marL="3952287" indent="-304018" algn="l" rtl="0" eaLnBrk="1" fontAlgn="base" hangingPunct="1">
        <a:spcBef>
          <a:spcPct val="20000"/>
        </a:spcBef>
        <a:spcAft>
          <a:spcPct val="0"/>
        </a:spcAft>
        <a:buChar char="»"/>
        <a:defRPr kumimoji="1" sz="2667">
          <a:solidFill>
            <a:schemeClr val="tx1"/>
          </a:solidFill>
          <a:latin typeface="+mn-lt"/>
          <a:ea typeface="+mn-ea"/>
        </a:defRPr>
      </a:lvl7pPr>
      <a:lvl8pPr marL="4560325" indent="-304018" algn="l" rtl="0" eaLnBrk="1" fontAlgn="base" hangingPunct="1">
        <a:spcBef>
          <a:spcPct val="20000"/>
        </a:spcBef>
        <a:spcAft>
          <a:spcPct val="0"/>
        </a:spcAft>
        <a:buChar char="»"/>
        <a:defRPr kumimoji="1" sz="2667">
          <a:solidFill>
            <a:schemeClr val="tx1"/>
          </a:solidFill>
          <a:latin typeface="+mn-lt"/>
          <a:ea typeface="+mn-ea"/>
        </a:defRPr>
      </a:lvl8pPr>
      <a:lvl9pPr marL="5168372" indent="-304018" algn="l" rtl="0" eaLnBrk="1" fontAlgn="base" hangingPunct="1">
        <a:spcBef>
          <a:spcPct val="20000"/>
        </a:spcBef>
        <a:spcAft>
          <a:spcPct val="0"/>
        </a:spcAft>
        <a:buChar char="»"/>
        <a:defRPr kumimoji="1" sz="2667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12160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8035" algn="l" defTabSz="12160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6070" algn="l" defTabSz="12160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4130" algn="l" defTabSz="12160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2167" algn="l" defTabSz="12160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0221" algn="l" defTabSz="12160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48258" algn="l" defTabSz="12160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56308" algn="l" defTabSz="12160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64352" algn="l" defTabSz="12160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logo"/>
          <p:cNvPicPr>
            <a:picLocks noChangeAspect="1" noChangeArrowheads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24053" y="333396"/>
            <a:ext cx="1860360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1" name="文字方塊 10"/>
          <p:cNvSpPr txBox="1">
            <a:spLocks noChangeArrowheads="1"/>
          </p:cNvSpPr>
          <p:nvPr/>
        </p:nvSpPr>
        <p:spPr bwMode="auto">
          <a:xfrm>
            <a:off x="316579" y="6485492"/>
            <a:ext cx="2208200" cy="328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1793" tIns="60896" rIns="121793" bIns="60896" anchor="b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333">
                <a:solidFill>
                  <a:srgbClr val="4D4D4D"/>
                </a:solidFill>
                <a:cs typeface="Arial"/>
              </a:rPr>
              <a:t>Delta Confidential</a:t>
            </a: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4850263" y="6308748"/>
            <a:ext cx="2841348" cy="365125"/>
          </a:xfrm>
          <a:prstGeom prst="rect">
            <a:avLst/>
          </a:prstGeom>
        </p:spPr>
        <p:txBody>
          <a:bodyPr vert="horz" lIns="91345" tIns="45672" rIns="91345" bIns="45672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73623B50-58F4-4EDC-9D3D-C78E24FA3816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12293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24053" y="328615"/>
            <a:ext cx="11431832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45" tIns="45672" rIns="91345" bIns="4567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229197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ransition spd="med"/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Arial" pitchFamily="34" charset="0"/>
          <a:ea typeface="新細明體" pitchFamily="18" charset="-120"/>
          <a:cs typeface="Arial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Arial" pitchFamily="34" charset="0"/>
          <a:ea typeface="新細明體" pitchFamily="18" charset="-120"/>
          <a:cs typeface="Arial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Arial" pitchFamily="34" charset="0"/>
          <a:ea typeface="新細明體" pitchFamily="18" charset="-120"/>
          <a:cs typeface="Arial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Arial" pitchFamily="34" charset="0"/>
          <a:ea typeface="新細明體" pitchFamily="18" charset="-120"/>
          <a:cs typeface="Arial" pitchFamily="34" charset="0"/>
        </a:defRPr>
      </a:lvl5pPr>
      <a:lvl6pPr marL="608935"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99FF"/>
          </a:solidFill>
          <a:latin typeface="Arial" pitchFamily="34" charset="0"/>
          <a:ea typeface="新細明體" pitchFamily="18" charset="-120"/>
          <a:cs typeface="Arial" pitchFamily="34" charset="0"/>
        </a:defRPr>
      </a:lvl6pPr>
      <a:lvl7pPr marL="1217870"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99FF"/>
          </a:solidFill>
          <a:latin typeface="Arial" pitchFamily="34" charset="0"/>
          <a:ea typeface="新細明體" pitchFamily="18" charset="-120"/>
          <a:cs typeface="Arial" pitchFamily="34" charset="0"/>
        </a:defRPr>
      </a:lvl7pPr>
      <a:lvl8pPr marL="1826816"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99FF"/>
          </a:solidFill>
          <a:latin typeface="Arial" pitchFamily="34" charset="0"/>
          <a:ea typeface="新細明體" pitchFamily="18" charset="-120"/>
          <a:cs typeface="Arial" pitchFamily="34" charset="0"/>
        </a:defRPr>
      </a:lvl8pPr>
      <a:lvl9pPr marL="2435746"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99FF"/>
          </a:solidFill>
          <a:latin typeface="Arial" pitchFamily="34" charset="0"/>
          <a:ea typeface="新細明體" pitchFamily="18" charset="-120"/>
          <a:cs typeface="Arial" pitchFamily="34" charset="0"/>
        </a:defRPr>
      </a:lvl9pPr>
    </p:titleStyle>
    <p:bodyStyle>
      <a:lvl1pPr marL="456703" indent="-456703" algn="ctr" rtl="0" eaLnBrk="1" fontAlgn="base" hangingPunct="1">
        <a:spcBef>
          <a:spcPct val="0"/>
        </a:spcBef>
        <a:spcAft>
          <a:spcPct val="0"/>
        </a:spcAft>
        <a:buFont typeface="Arial" charset="0"/>
        <a:buChar char="•"/>
        <a:defRPr kumimoji="1" sz="1867" baseline="30000">
          <a:solidFill>
            <a:srgbClr val="5F5F5F"/>
          </a:solidFill>
          <a:latin typeface="+mn-lt"/>
          <a:ea typeface="+mn-ea"/>
          <a:cs typeface="+mn-cs"/>
        </a:defRPr>
      </a:lvl1pPr>
      <a:lvl2pPr marL="989525" indent="-380592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3733">
          <a:solidFill>
            <a:schemeClr val="tx1"/>
          </a:solidFill>
          <a:latin typeface="+mn-lt"/>
          <a:ea typeface="+mn-ea"/>
          <a:cs typeface="+mn-cs"/>
        </a:defRPr>
      </a:lvl2pPr>
      <a:lvl3pPr marL="1522347" indent="-304468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3pPr>
      <a:lvl4pPr marL="2131283" indent="-304468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667">
          <a:solidFill>
            <a:schemeClr val="tx1"/>
          </a:solidFill>
          <a:latin typeface="+mn-lt"/>
          <a:ea typeface="+mn-ea"/>
          <a:cs typeface="+mn-cs"/>
        </a:defRPr>
      </a:lvl4pPr>
      <a:lvl5pPr marL="2740221" indent="-304468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5pPr>
      <a:lvl6pPr marL="3349163" indent="-304468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6pPr>
      <a:lvl7pPr marL="3958101" indent="-304468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7pPr>
      <a:lvl8pPr marL="4567032" indent="-304468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8pPr>
      <a:lvl9pPr marL="5175976" indent="-304468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78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8935" algn="l" defTabSz="12178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7870" algn="l" defTabSz="12178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6816" algn="l" defTabSz="12178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5746" algn="l" defTabSz="12178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4692" algn="l" defTabSz="12178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3627" algn="l" defTabSz="12178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2565" algn="l" defTabSz="12178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1506" algn="l" defTabSz="12178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logo"/>
          <p:cNvPicPr>
            <a:picLocks noChangeAspect="1" noChangeArrowheads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24053" y="333396"/>
            <a:ext cx="1860360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1" name="文字方塊 10"/>
          <p:cNvSpPr txBox="1">
            <a:spLocks noChangeArrowheads="1"/>
          </p:cNvSpPr>
          <p:nvPr/>
        </p:nvSpPr>
        <p:spPr bwMode="auto">
          <a:xfrm>
            <a:off x="316579" y="6485447"/>
            <a:ext cx="2208200" cy="3281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1832" tIns="60916" rIns="121832" bIns="60916" anchor="b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333">
                <a:solidFill>
                  <a:srgbClr val="4D4D4D"/>
                </a:solidFill>
                <a:cs typeface="Arial"/>
              </a:rPr>
              <a:t>Delta Confidential</a:t>
            </a: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4850258" y="6308748"/>
            <a:ext cx="2841348" cy="365125"/>
          </a:xfrm>
          <a:prstGeom prst="rect">
            <a:avLst/>
          </a:prstGeom>
        </p:spPr>
        <p:txBody>
          <a:bodyPr vert="horz" lIns="91374" tIns="45687" rIns="91374" bIns="45687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73623B50-58F4-4EDC-9D3D-C78E24FA3816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12293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24053" y="328615"/>
            <a:ext cx="11431832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74" tIns="45687" rIns="91374" bIns="4568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750394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</p:sldLayoutIdLst>
  <p:transition spd="med"/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Arial" pitchFamily="34" charset="0"/>
          <a:ea typeface="新細明體" pitchFamily="18" charset="-120"/>
          <a:cs typeface="Arial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Arial" pitchFamily="34" charset="0"/>
          <a:ea typeface="新細明體" pitchFamily="18" charset="-120"/>
          <a:cs typeface="Arial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Arial" pitchFamily="34" charset="0"/>
          <a:ea typeface="新細明體" pitchFamily="18" charset="-120"/>
          <a:cs typeface="Arial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Arial" pitchFamily="34" charset="0"/>
          <a:ea typeface="新細明體" pitchFamily="18" charset="-120"/>
          <a:cs typeface="Arial" pitchFamily="34" charset="0"/>
        </a:defRPr>
      </a:lvl5pPr>
      <a:lvl6pPr marL="609135"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99FF"/>
          </a:solidFill>
          <a:latin typeface="Arial" pitchFamily="34" charset="0"/>
          <a:ea typeface="新細明體" pitchFamily="18" charset="-120"/>
          <a:cs typeface="Arial" pitchFamily="34" charset="0"/>
        </a:defRPr>
      </a:lvl6pPr>
      <a:lvl7pPr marL="1218270"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99FF"/>
          </a:solidFill>
          <a:latin typeface="Arial" pitchFamily="34" charset="0"/>
          <a:ea typeface="新細明體" pitchFamily="18" charset="-120"/>
          <a:cs typeface="Arial" pitchFamily="34" charset="0"/>
        </a:defRPr>
      </a:lvl7pPr>
      <a:lvl8pPr marL="1827410"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99FF"/>
          </a:solidFill>
          <a:latin typeface="Arial" pitchFamily="34" charset="0"/>
          <a:ea typeface="新細明體" pitchFamily="18" charset="-120"/>
          <a:cs typeface="Arial" pitchFamily="34" charset="0"/>
        </a:defRPr>
      </a:lvl8pPr>
      <a:lvl9pPr marL="2436540"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99FF"/>
          </a:solidFill>
          <a:latin typeface="Arial" pitchFamily="34" charset="0"/>
          <a:ea typeface="新細明體" pitchFamily="18" charset="-120"/>
          <a:cs typeface="Arial" pitchFamily="34" charset="0"/>
        </a:defRPr>
      </a:lvl9pPr>
    </p:titleStyle>
    <p:bodyStyle>
      <a:lvl1pPr marL="456853" indent="-456853" algn="ctr" rtl="0" eaLnBrk="1" fontAlgn="base" hangingPunct="1">
        <a:spcBef>
          <a:spcPct val="0"/>
        </a:spcBef>
        <a:spcAft>
          <a:spcPct val="0"/>
        </a:spcAft>
        <a:buFont typeface="Arial" charset="0"/>
        <a:buChar char="•"/>
        <a:defRPr kumimoji="1" sz="1867" baseline="30000">
          <a:solidFill>
            <a:srgbClr val="5F5F5F"/>
          </a:solidFill>
          <a:latin typeface="+mn-lt"/>
          <a:ea typeface="+mn-ea"/>
          <a:cs typeface="+mn-cs"/>
        </a:defRPr>
      </a:lvl1pPr>
      <a:lvl2pPr marL="989847" indent="-38071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3733">
          <a:solidFill>
            <a:schemeClr val="tx1"/>
          </a:solidFill>
          <a:latin typeface="+mn-lt"/>
          <a:ea typeface="+mn-ea"/>
          <a:cs typeface="+mn-cs"/>
        </a:defRPr>
      </a:lvl2pPr>
      <a:lvl3pPr marL="1522845" indent="-304568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3pPr>
      <a:lvl4pPr marL="2131980" indent="-304568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667">
          <a:solidFill>
            <a:schemeClr val="tx1"/>
          </a:solidFill>
          <a:latin typeface="+mn-lt"/>
          <a:ea typeface="+mn-ea"/>
          <a:cs typeface="+mn-cs"/>
        </a:defRPr>
      </a:lvl4pPr>
      <a:lvl5pPr marL="2741115" indent="-304568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5pPr>
      <a:lvl6pPr marL="3350256" indent="-304568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6pPr>
      <a:lvl7pPr marL="3959393" indent="-304568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7pPr>
      <a:lvl8pPr marL="4568526" indent="-304568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8pPr>
      <a:lvl9pPr marL="5177667" indent="-304568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82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135" algn="l" defTabSz="12182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270" algn="l" defTabSz="12182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7410" algn="l" defTabSz="12182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6540" algn="l" defTabSz="12182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5685" algn="l" defTabSz="12182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4821" algn="l" defTabSz="12182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3957" algn="l" defTabSz="12182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3098" algn="l" defTabSz="12182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logo"/>
          <p:cNvPicPr>
            <a:picLocks noChangeAspect="1" noChangeArrowheads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24053" y="333396"/>
            <a:ext cx="1860360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1" name="文字方塊 10"/>
          <p:cNvSpPr txBox="1">
            <a:spLocks noChangeArrowheads="1"/>
          </p:cNvSpPr>
          <p:nvPr/>
        </p:nvSpPr>
        <p:spPr bwMode="auto">
          <a:xfrm>
            <a:off x="316579" y="6485511"/>
            <a:ext cx="2208200" cy="3280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1775" tIns="60887" rIns="121775" bIns="60887" anchor="b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333">
                <a:solidFill>
                  <a:srgbClr val="4D4D4D"/>
                </a:solidFill>
                <a:cs typeface="Arial"/>
              </a:rPr>
              <a:t>Delta Confidential</a:t>
            </a: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4850266" y="6308748"/>
            <a:ext cx="2841348" cy="365125"/>
          </a:xfrm>
          <a:prstGeom prst="rect">
            <a:avLst/>
          </a:prstGeom>
        </p:spPr>
        <p:txBody>
          <a:bodyPr vert="horz" lIns="91331" tIns="45665" rIns="91331" bIns="45665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73623B50-58F4-4EDC-9D3D-C78E24FA3816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12293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24053" y="328615"/>
            <a:ext cx="11431832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31" tIns="45665" rIns="91331" bIns="4566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341847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</p:sldLayoutIdLst>
  <p:transition spd="med"/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Arial" pitchFamily="34" charset="0"/>
          <a:ea typeface="新細明體" pitchFamily="18" charset="-120"/>
          <a:cs typeface="Arial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Arial" pitchFamily="34" charset="0"/>
          <a:ea typeface="新細明體" pitchFamily="18" charset="-120"/>
          <a:cs typeface="Arial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Arial" pitchFamily="34" charset="0"/>
          <a:ea typeface="新細明體" pitchFamily="18" charset="-120"/>
          <a:cs typeface="Arial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Arial" pitchFamily="34" charset="0"/>
          <a:ea typeface="新細明體" pitchFamily="18" charset="-120"/>
          <a:cs typeface="Arial" pitchFamily="34" charset="0"/>
        </a:defRPr>
      </a:lvl5pPr>
      <a:lvl6pPr marL="608835"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99FF"/>
          </a:solidFill>
          <a:latin typeface="Arial" pitchFamily="34" charset="0"/>
          <a:ea typeface="新細明體" pitchFamily="18" charset="-120"/>
          <a:cs typeface="Arial" pitchFamily="34" charset="0"/>
        </a:defRPr>
      </a:lvl6pPr>
      <a:lvl7pPr marL="1217670"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99FF"/>
          </a:solidFill>
          <a:latin typeface="Arial" pitchFamily="34" charset="0"/>
          <a:ea typeface="新細明體" pitchFamily="18" charset="-120"/>
          <a:cs typeface="Arial" pitchFamily="34" charset="0"/>
        </a:defRPr>
      </a:lvl7pPr>
      <a:lvl8pPr marL="1826517"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99FF"/>
          </a:solidFill>
          <a:latin typeface="Arial" pitchFamily="34" charset="0"/>
          <a:ea typeface="新細明體" pitchFamily="18" charset="-120"/>
          <a:cs typeface="Arial" pitchFamily="34" charset="0"/>
        </a:defRPr>
      </a:lvl8pPr>
      <a:lvl9pPr marL="2435347"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99FF"/>
          </a:solidFill>
          <a:latin typeface="Arial" pitchFamily="34" charset="0"/>
          <a:ea typeface="新細明體" pitchFamily="18" charset="-120"/>
          <a:cs typeface="Arial" pitchFamily="34" charset="0"/>
        </a:defRPr>
      </a:lvl9pPr>
    </p:titleStyle>
    <p:bodyStyle>
      <a:lvl1pPr marL="456629" indent="-456629" algn="ctr" rtl="0" eaLnBrk="1" fontAlgn="base" hangingPunct="1">
        <a:spcBef>
          <a:spcPct val="0"/>
        </a:spcBef>
        <a:spcAft>
          <a:spcPct val="0"/>
        </a:spcAft>
        <a:buFont typeface="Arial" charset="0"/>
        <a:buChar char="•"/>
        <a:defRPr kumimoji="1" sz="1867" baseline="30000">
          <a:solidFill>
            <a:srgbClr val="5F5F5F"/>
          </a:solidFill>
          <a:latin typeface="+mn-lt"/>
          <a:ea typeface="+mn-ea"/>
          <a:cs typeface="+mn-cs"/>
        </a:defRPr>
      </a:lvl1pPr>
      <a:lvl2pPr marL="989363" indent="-38053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3733">
          <a:solidFill>
            <a:schemeClr val="tx1"/>
          </a:solidFill>
          <a:latin typeface="+mn-lt"/>
          <a:ea typeface="+mn-ea"/>
          <a:cs typeface="+mn-cs"/>
        </a:defRPr>
      </a:lvl2pPr>
      <a:lvl3pPr marL="1522099" indent="-304418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3pPr>
      <a:lvl4pPr marL="2130935" indent="-304418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667">
          <a:solidFill>
            <a:schemeClr val="tx1"/>
          </a:solidFill>
          <a:latin typeface="+mn-lt"/>
          <a:ea typeface="+mn-ea"/>
          <a:cs typeface="+mn-cs"/>
        </a:defRPr>
      </a:lvl4pPr>
      <a:lvl5pPr marL="2739776" indent="-304418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5pPr>
      <a:lvl6pPr marL="3348616" indent="-304418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6pPr>
      <a:lvl7pPr marL="3957454" indent="-304418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7pPr>
      <a:lvl8pPr marL="4566286" indent="-304418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8pPr>
      <a:lvl9pPr marL="5175131" indent="-304418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76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8835" algn="l" defTabSz="12176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7670" algn="l" defTabSz="12176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6517" algn="l" defTabSz="12176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5347" algn="l" defTabSz="12176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4195" algn="l" defTabSz="12176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3030" algn="l" defTabSz="12176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1869" algn="l" defTabSz="12176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0710" algn="l" defTabSz="12176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logo"/>
          <p:cNvPicPr>
            <a:picLocks noChangeAspect="1" noChangeArrowheads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24053" y="333392"/>
            <a:ext cx="1860360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1" name="文字方塊 10"/>
          <p:cNvSpPr txBox="1">
            <a:spLocks noChangeArrowheads="1"/>
          </p:cNvSpPr>
          <p:nvPr/>
        </p:nvSpPr>
        <p:spPr bwMode="auto">
          <a:xfrm>
            <a:off x="316579" y="6485417"/>
            <a:ext cx="2208200" cy="3281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1861" tIns="60929" rIns="121861" bIns="60929" anchor="b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333">
                <a:solidFill>
                  <a:srgbClr val="4D4D4D"/>
                </a:solidFill>
                <a:cs typeface="Arial"/>
              </a:rPr>
              <a:t>Delta Confidential</a:t>
            </a: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4850254" y="6308748"/>
            <a:ext cx="2841348" cy="365125"/>
          </a:xfrm>
          <a:prstGeom prst="rect">
            <a:avLst/>
          </a:prstGeom>
        </p:spPr>
        <p:txBody>
          <a:bodyPr vert="horz" lIns="91396" tIns="45697" rIns="91396" bIns="45697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73623B50-58F4-4EDC-9D3D-C78E24FA3816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12293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24053" y="328615"/>
            <a:ext cx="11431832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6" tIns="45697" rIns="91396" bIns="4569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164978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  <p:sldLayoutId id="2147483726" r:id="rId13"/>
  </p:sldLayoutIdLst>
  <p:transition spd="med"/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Arial" pitchFamily="34" charset="0"/>
          <a:ea typeface="新細明體" pitchFamily="18" charset="-120"/>
          <a:cs typeface="Arial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Arial" pitchFamily="34" charset="0"/>
          <a:ea typeface="新細明體" pitchFamily="18" charset="-120"/>
          <a:cs typeface="Arial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Arial" pitchFamily="34" charset="0"/>
          <a:ea typeface="新細明體" pitchFamily="18" charset="-120"/>
          <a:cs typeface="Arial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Arial" pitchFamily="34" charset="0"/>
          <a:ea typeface="新細明體" pitchFamily="18" charset="-120"/>
          <a:cs typeface="Arial" pitchFamily="34" charset="0"/>
        </a:defRPr>
      </a:lvl5pPr>
      <a:lvl6pPr marL="609286"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99FF"/>
          </a:solidFill>
          <a:latin typeface="Arial" pitchFamily="34" charset="0"/>
          <a:ea typeface="新細明體" pitchFamily="18" charset="-120"/>
          <a:cs typeface="Arial" pitchFamily="34" charset="0"/>
        </a:defRPr>
      </a:lvl6pPr>
      <a:lvl7pPr marL="1218570"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99FF"/>
          </a:solidFill>
          <a:latin typeface="Arial" pitchFamily="34" charset="0"/>
          <a:ea typeface="新細明體" pitchFamily="18" charset="-120"/>
          <a:cs typeface="Arial" pitchFamily="34" charset="0"/>
        </a:defRPr>
      </a:lvl7pPr>
      <a:lvl8pPr marL="1827858"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99FF"/>
          </a:solidFill>
          <a:latin typeface="Arial" pitchFamily="34" charset="0"/>
          <a:ea typeface="新細明體" pitchFamily="18" charset="-120"/>
          <a:cs typeface="Arial" pitchFamily="34" charset="0"/>
        </a:defRPr>
      </a:lvl8pPr>
      <a:lvl9pPr marL="2437140"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99FF"/>
          </a:solidFill>
          <a:latin typeface="Arial" pitchFamily="34" charset="0"/>
          <a:ea typeface="新細明體" pitchFamily="18" charset="-120"/>
          <a:cs typeface="Arial" pitchFamily="34" charset="0"/>
        </a:defRPr>
      </a:lvl9pPr>
    </p:titleStyle>
    <p:bodyStyle>
      <a:lvl1pPr marL="456965" indent="-456965" algn="ctr" rtl="0" eaLnBrk="1" fontAlgn="base" hangingPunct="1">
        <a:spcBef>
          <a:spcPct val="0"/>
        </a:spcBef>
        <a:spcAft>
          <a:spcPct val="0"/>
        </a:spcAft>
        <a:buFont typeface="Arial" charset="0"/>
        <a:buChar char="•"/>
        <a:defRPr kumimoji="1" sz="1867" baseline="30000">
          <a:solidFill>
            <a:srgbClr val="5F5F5F"/>
          </a:solidFill>
          <a:latin typeface="+mn-lt"/>
          <a:ea typeface="+mn-ea"/>
          <a:cs typeface="+mn-cs"/>
        </a:defRPr>
      </a:lvl1pPr>
      <a:lvl2pPr marL="990089" indent="-3808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3733">
          <a:solidFill>
            <a:schemeClr val="tx1"/>
          </a:solidFill>
          <a:latin typeface="+mn-lt"/>
          <a:ea typeface="+mn-ea"/>
          <a:cs typeface="+mn-cs"/>
        </a:defRPr>
      </a:lvl2pPr>
      <a:lvl3pPr marL="1523217" indent="-304643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3pPr>
      <a:lvl4pPr marL="2132503" indent="-304643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667">
          <a:solidFill>
            <a:schemeClr val="tx1"/>
          </a:solidFill>
          <a:latin typeface="+mn-lt"/>
          <a:ea typeface="+mn-ea"/>
          <a:cs typeface="+mn-cs"/>
        </a:defRPr>
      </a:lvl4pPr>
      <a:lvl5pPr marL="2741787" indent="-304643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5pPr>
      <a:lvl6pPr marL="3351076" indent="-304643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6pPr>
      <a:lvl7pPr marL="3960362" indent="-304643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7pPr>
      <a:lvl8pPr marL="4569646" indent="-304643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8pPr>
      <a:lvl9pPr marL="5178935" indent="-304643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8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286" algn="l" defTabSz="1218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570" algn="l" defTabSz="1218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7858" algn="l" defTabSz="1218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140" algn="l" defTabSz="1218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6432" algn="l" defTabSz="1218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5717" algn="l" defTabSz="1218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5003" algn="l" defTabSz="1218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4291" algn="l" defTabSz="1218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logo"/>
          <p:cNvPicPr>
            <a:picLocks noChangeAspect="1" noChangeArrowheads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24053" y="333384"/>
            <a:ext cx="1860360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1" name="文字方塊 10"/>
          <p:cNvSpPr txBox="1">
            <a:spLocks noChangeArrowheads="1"/>
          </p:cNvSpPr>
          <p:nvPr/>
        </p:nvSpPr>
        <p:spPr bwMode="auto">
          <a:xfrm>
            <a:off x="316579" y="6516123"/>
            <a:ext cx="22082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333">
                <a:solidFill>
                  <a:srgbClr val="4D4D4D"/>
                </a:solidFill>
                <a:cs typeface="Arial"/>
              </a:rPr>
              <a:t>Delta Confidential</a:t>
            </a: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4850246" y="6308748"/>
            <a:ext cx="28413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73623B50-58F4-4EDC-9D3D-C78E24FA3816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12293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24053" y="328615"/>
            <a:ext cx="11431832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584987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29" r:id="rId2"/>
    <p:sldLayoutId id="2147483730" r:id="rId3"/>
    <p:sldLayoutId id="2147483731" r:id="rId4"/>
    <p:sldLayoutId id="2147483732" r:id="rId5"/>
    <p:sldLayoutId id="2147483733" r:id="rId6"/>
    <p:sldLayoutId id="2147483734" r:id="rId7"/>
    <p:sldLayoutId id="2147483735" r:id="rId8"/>
    <p:sldLayoutId id="2147483736" r:id="rId9"/>
    <p:sldLayoutId id="2147483737" r:id="rId10"/>
    <p:sldLayoutId id="2147483738" r:id="rId11"/>
  </p:sldLayoutIdLst>
  <p:transition spd="med"/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Arial" pitchFamily="34" charset="0"/>
          <a:ea typeface="新細明體" pitchFamily="18" charset="-120"/>
          <a:cs typeface="Arial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Arial" pitchFamily="34" charset="0"/>
          <a:ea typeface="新細明體" pitchFamily="18" charset="-120"/>
          <a:cs typeface="Arial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Arial" pitchFamily="34" charset="0"/>
          <a:ea typeface="新細明體" pitchFamily="18" charset="-120"/>
          <a:cs typeface="Arial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Arial" pitchFamily="34" charset="0"/>
          <a:ea typeface="新細明體" pitchFamily="18" charset="-120"/>
          <a:cs typeface="Arial" pitchFamily="34" charset="0"/>
        </a:defRPr>
      </a:lvl5pPr>
      <a:lvl6pPr marL="609585"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99FF"/>
          </a:solidFill>
          <a:latin typeface="Arial" pitchFamily="34" charset="0"/>
          <a:ea typeface="新細明體" pitchFamily="18" charset="-120"/>
          <a:cs typeface="Arial" pitchFamily="34" charset="0"/>
        </a:defRPr>
      </a:lvl6pPr>
      <a:lvl7pPr marL="1219170"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99FF"/>
          </a:solidFill>
          <a:latin typeface="Arial" pitchFamily="34" charset="0"/>
          <a:ea typeface="新細明體" pitchFamily="18" charset="-120"/>
          <a:cs typeface="Arial" pitchFamily="34" charset="0"/>
        </a:defRPr>
      </a:lvl7pPr>
      <a:lvl8pPr marL="1828754"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99FF"/>
          </a:solidFill>
          <a:latin typeface="Arial" pitchFamily="34" charset="0"/>
          <a:ea typeface="新細明體" pitchFamily="18" charset="-120"/>
          <a:cs typeface="Arial" pitchFamily="34" charset="0"/>
        </a:defRPr>
      </a:lvl8pPr>
      <a:lvl9pPr marL="2438339"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99FF"/>
          </a:solidFill>
          <a:latin typeface="Arial" pitchFamily="34" charset="0"/>
          <a:ea typeface="新細明體" pitchFamily="18" charset="-120"/>
          <a:cs typeface="Arial" pitchFamily="34" charset="0"/>
        </a:defRPr>
      </a:lvl9pPr>
    </p:titleStyle>
    <p:bodyStyle>
      <a:lvl1pPr marL="457189" indent="-457189" algn="ctr" rtl="0" eaLnBrk="1" fontAlgn="base" hangingPunct="1">
        <a:spcBef>
          <a:spcPct val="0"/>
        </a:spcBef>
        <a:spcAft>
          <a:spcPct val="0"/>
        </a:spcAft>
        <a:buFont typeface="Arial" charset="0"/>
        <a:buChar char="•"/>
        <a:defRPr kumimoji="1" sz="1867" baseline="30000">
          <a:solidFill>
            <a:srgbClr val="5F5F5F"/>
          </a:solidFill>
          <a:latin typeface="+mn-lt"/>
          <a:ea typeface="+mn-ea"/>
          <a:cs typeface="+mn-cs"/>
        </a:defRPr>
      </a:lvl1pPr>
      <a:lvl2pPr marL="990575" indent="-38099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3733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667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44" name="Picture 12" descr="back_16 9_hand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6744" y="0"/>
            <a:ext cx="5044017" cy="6860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41" name="標題版面配置區 1"/>
          <p:cNvSpPr>
            <a:spLocks noGrp="1"/>
          </p:cNvSpPr>
          <p:nvPr>
            <p:ph type="title"/>
          </p:nvPr>
        </p:nvSpPr>
        <p:spPr bwMode="auto">
          <a:xfrm>
            <a:off x="624420" y="548217"/>
            <a:ext cx="7213600" cy="42248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015" tIns="44997" rIns="90015" bIns="4499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8442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624420" y="5734052"/>
            <a:ext cx="6432549" cy="7683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15" tIns="44997" rIns="90015" bIns="4499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To learn more about Delta</a:t>
            </a:r>
          </a:p>
          <a:p>
            <a:pPr lvl="0"/>
            <a:r>
              <a:rPr lang="en-US" altLang="zh-TW"/>
              <a:t>please visit www.deltaww.com</a:t>
            </a:r>
          </a:p>
        </p:txBody>
      </p:sp>
    </p:spTree>
    <p:extLst>
      <p:ext uri="{BB962C8B-B14F-4D97-AF65-F5344CB8AC3E}">
        <p14:creationId xmlns:p14="http://schemas.microsoft.com/office/powerpoint/2010/main" val="2047182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4800">
          <a:solidFill>
            <a:srgbClr val="0087DC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4800">
          <a:solidFill>
            <a:srgbClr val="0087DC"/>
          </a:solidFill>
          <a:latin typeface="Arial" charset="0"/>
          <a:ea typeface="微軟正黑體" pitchFamily="34" charset="-12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4800">
          <a:solidFill>
            <a:srgbClr val="0087DC"/>
          </a:solidFill>
          <a:latin typeface="Arial" charset="0"/>
          <a:ea typeface="微軟正黑體" pitchFamily="34" charset="-12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4800">
          <a:solidFill>
            <a:srgbClr val="0087DC"/>
          </a:solidFill>
          <a:latin typeface="Arial" charset="0"/>
          <a:ea typeface="微軟正黑體" pitchFamily="34" charset="-12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4800">
          <a:solidFill>
            <a:srgbClr val="0087DC"/>
          </a:solidFill>
          <a:latin typeface="Arial" charset="0"/>
          <a:ea typeface="微軟正黑體" pitchFamily="34" charset="-120"/>
        </a:defRPr>
      </a:lvl5pPr>
      <a:lvl6pPr marL="600006" algn="l" rtl="0" eaLnBrk="1" fontAlgn="base" hangingPunct="1">
        <a:spcBef>
          <a:spcPct val="0"/>
        </a:spcBef>
        <a:spcAft>
          <a:spcPct val="0"/>
        </a:spcAft>
        <a:defRPr kumimoji="1" sz="4800">
          <a:solidFill>
            <a:srgbClr val="0087DC"/>
          </a:solidFill>
          <a:latin typeface="Arial" charset="0"/>
          <a:ea typeface="微軟正黑體" pitchFamily="34" charset="-120"/>
        </a:defRPr>
      </a:lvl6pPr>
      <a:lvl7pPr marL="1199989" algn="l" rtl="0" eaLnBrk="1" fontAlgn="base" hangingPunct="1">
        <a:spcBef>
          <a:spcPct val="0"/>
        </a:spcBef>
        <a:spcAft>
          <a:spcPct val="0"/>
        </a:spcAft>
        <a:defRPr kumimoji="1" sz="4800">
          <a:solidFill>
            <a:srgbClr val="0087DC"/>
          </a:solidFill>
          <a:latin typeface="Arial" charset="0"/>
          <a:ea typeface="微軟正黑體" pitchFamily="34" charset="-120"/>
        </a:defRPr>
      </a:lvl7pPr>
      <a:lvl8pPr marL="1800083" algn="l" rtl="0" eaLnBrk="1" fontAlgn="base" hangingPunct="1">
        <a:spcBef>
          <a:spcPct val="0"/>
        </a:spcBef>
        <a:spcAft>
          <a:spcPct val="0"/>
        </a:spcAft>
        <a:defRPr kumimoji="1" sz="4800">
          <a:solidFill>
            <a:srgbClr val="0087DC"/>
          </a:solidFill>
          <a:latin typeface="Arial" charset="0"/>
          <a:ea typeface="微軟正黑體" pitchFamily="34" charset="-120"/>
        </a:defRPr>
      </a:lvl8pPr>
      <a:lvl9pPr marL="2400097" algn="l" rtl="0" eaLnBrk="1" fontAlgn="base" hangingPunct="1">
        <a:spcBef>
          <a:spcPct val="0"/>
        </a:spcBef>
        <a:spcAft>
          <a:spcPct val="0"/>
        </a:spcAft>
        <a:defRPr kumimoji="1" sz="4800">
          <a:solidFill>
            <a:srgbClr val="0087DC"/>
          </a:solidFill>
          <a:latin typeface="Arial" charset="0"/>
          <a:ea typeface="微軟正黑體" pitchFamily="34" charset="-120"/>
        </a:defRPr>
      </a:lvl9pPr>
    </p:titleStyle>
    <p:bodyStyle>
      <a:lvl1pPr marL="450001" indent="-450001" algn="l" rtl="0" eaLnBrk="1" fontAlgn="base" hangingPunct="1">
        <a:spcBef>
          <a:spcPct val="20000"/>
        </a:spcBef>
        <a:spcAft>
          <a:spcPct val="0"/>
        </a:spcAft>
        <a:defRPr kumimoji="1" sz="1867">
          <a:solidFill>
            <a:srgbClr val="0087DC"/>
          </a:solidFill>
          <a:latin typeface="+mn-lt"/>
          <a:ea typeface="+mn-ea"/>
          <a:cs typeface="+mn-cs"/>
        </a:defRPr>
      </a:lvl1pPr>
      <a:lvl2pPr marL="975046" indent="-375045" algn="l" rtl="0" eaLnBrk="1" fontAlgn="base" hangingPunct="1">
        <a:spcBef>
          <a:spcPct val="20000"/>
        </a:spcBef>
        <a:spcAft>
          <a:spcPct val="0"/>
        </a:spcAft>
        <a:buChar char="–"/>
        <a:defRPr kumimoji="1" sz="3733">
          <a:solidFill>
            <a:schemeClr val="tx1"/>
          </a:solidFill>
          <a:latin typeface="+mn-lt"/>
          <a:ea typeface="+mn-ea"/>
        </a:defRPr>
      </a:lvl2pPr>
      <a:lvl3pPr marL="1500094" indent="-300027" algn="l" rtl="0" eaLnBrk="1" fontAlgn="base" hangingPunct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</a:defRPr>
      </a:lvl3pPr>
      <a:lvl4pPr marL="2100085" indent="-300027" algn="l" rtl="0" eaLnBrk="1" fontAlgn="base" hangingPunct="1">
        <a:spcBef>
          <a:spcPct val="20000"/>
        </a:spcBef>
        <a:spcAft>
          <a:spcPct val="0"/>
        </a:spcAft>
        <a:buChar char="–"/>
        <a:defRPr kumimoji="1" sz="2667">
          <a:solidFill>
            <a:schemeClr val="tx1"/>
          </a:solidFill>
          <a:latin typeface="+mn-lt"/>
          <a:ea typeface="+mn-ea"/>
        </a:defRPr>
      </a:lvl4pPr>
      <a:lvl5pPr marL="2700108" indent="-300027" algn="l" rtl="0" eaLnBrk="1" fontAlgn="base" hangingPunct="1">
        <a:spcBef>
          <a:spcPct val="20000"/>
        </a:spcBef>
        <a:spcAft>
          <a:spcPct val="0"/>
        </a:spcAft>
        <a:buChar char="»"/>
        <a:defRPr kumimoji="1" sz="2667">
          <a:solidFill>
            <a:schemeClr val="tx1"/>
          </a:solidFill>
          <a:latin typeface="+mn-lt"/>
          <a:ea typeface="+mn-ea"/>
        </a:defRPr>
      </a:lvl5pPr>
      <a:lvl6pPr marL="3300151" indent="-300027" algn="l" rtl="0" eaLnBrk="1" fontAlgn="base" hangingPunct="1">
        <a:spcBef>
          <a:spcPct val="20000"/>
        </a:spcBef>
        <a:spcAft>
          <a:spcPct val="0"/>
        </a:spcAft>
        <a:buChar char="»"/>
        <a:defRPr kumimoji="1" sz="2667">
          <a:solidFill>
            <a:schemeClr val="tx1"/>
          </a:solidFill>
          <a:latin typeface="+mn-lt"/>
          <a:ea typeface="+mn-ea"/>
        </a:defRPr>
      </a:lvl6pPr>
      <a:lvl7pPr marL="3900150" indent="-300027" algn="l" rtl="0" eaLnBrk="1" fontAlgn="base" hangingPunct="1">
        <a:spcBef>
          <a:spcPct val="20000"/>
        </a:spcBef>
        <a:spcAft>
          <a:spcPct val="0"/>
        </a:spcAft>
        <a:buChar char="»"/>
        <a:defRPr kumimoji="1" sz="2667">
          <a:solidFill>
            <a:schemeClr val="tx1"/>
          </a:solidFill>
          <a:latin typeface="+mn-lt"/>
          <a:ea typeface="+mn-ea"/>
        </a:defRPr>
      </a:lvl7pPr>
      <a:lvl8pPr marL="4500190" indent="-300027" algn="l" rtl="0" eaLnBrk="1" fontAlgn="base" hangingPunct="1">
        <a:spcBef>
          <a:spcPct val="20000"/>
        </a:spcBef>
        <a:spcAft>
          <a:spcPct val="0"/>
        </a:spcAft>
        <a:buChar char="»"/>
        <a:defRPr kumimoji="1" sz="2667">
          <a:solidFill>
            <a:schemeClr val="tx1"/>
          </a:solidFill>
          <a:latin typeface="+mn-lt"/>
          <a:ea typeface="+mn-ea"/>
        </a:defRPr>
      </a:lvl8pPr>
      <a:lvl9pPr marL="5100210" indent="-300027" algn="l" rtl="0" eaLnBrk="1" fontAlgn="base" hangingPunct="1">
        <a:spcBef>
          <a:spcPct val="20000"/>
        </a:spcBef>
        <a:spcAft>
          <a:spcPct val="0"/>
        </a:spcAft>
        <a:buChar char="»"/>
        <a:defRPr kumimoji="1" sz="2667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119998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0006" algn="l" defTabSz="119998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99989" algn="l" defTabSz="119998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00083" algn="l" defTabSz="119998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00097" algn="l" defTabSz="119998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00133" algn="l" defTabSz="119998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00137" algn="l" defTabSz="119998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00170" algn="l" defTabSz="119998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00217" algn="l" defTabSz="119998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logo"/>
          <p:cNvPicPr>
            <a:picLocks noChangeAspect="1" noChangeArrowheads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24053" y="333384"/>
            <a:ext cx="1860360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1" name="文字方塊 10"/>
          <p:cNvSpPr txBox="1">
            <a:spLocks noChangeArrowheads="1"/>
          </p:cNvSpPr>
          <p:nvPr/>
        </p:nvSpPr>
        <p:spPr bwMode="auto">
          <a:xfrm>
            <a:off x="316579" y="6516123"/>
            <a:ext cx="22082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333">
                <a:solidFill>
                  <a:srgbClr val="4D4D4D"/>
                </a:solidFill>
                <a:cs typeface="Arial"/>
              </a:rPr>
              <a:t>Delta Confidential</a:t>
            </a: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4850246" y="6308748"/>
            <a:ext cx="28413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73623B50-58F4-4EDC-9D3D-C78E24FA3816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12293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24053" y="328615"/>
            <a:ext cx="11431832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807328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  <p:sldLayoutId id="2147483763" r:id="rId12"/>
  </p:sldLayoutIdLst>
  <p:transition spd="med"/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Arial" pitchFamily="34" charset="0"/>
          <a:ea typeface="新細明體" pitchFamily="18" charset="-120"/>
          <a:cs typeface="Arial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Arial" pitchFamily="34" charset="0"/>
          <a:ea typeface="新細明體" pitchFamily="18" charset="-120"/>
          <a:cs typeface="Arial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Arial" pitchFamily="34" charset="0"/>
          <a:ea typeface="新細明體" pitchFamily="18" charset="-120"/>
          <a:cs typeface="Arial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Arial" pitchFamily="34" charset="0"/>
          <a:ea typeface="新細明體" pitchFamily="18" charset="-120"/>
          <a:cs typeface="Arial" pitchFamily="34" charset="0"/>
        </a:defRPr>
      </a:lvl5pPr>
      <a:lvl6pPr marL="609585"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99FF"/>
          </a:solidFill>
          <a:latin typeface="Arial" pitchFamily="34" charset="0"/>
          <a:ea typeface="新細明體" pitchFamily="18" charset="-120"/>
          <a:cs typeface="Arial" pitchFamily="34" charset="0"/>
        </a:defRPr>
      </a:lvl6pPr>
      <a:lvl7pPr marL="1219170"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99FF"/>
          </a:solidFill>
          <a:latin typeface="Arial" pitchFamily="34" charset="0"/>
          <a:ea typeface="新細明體" pitchFamily="18" charset="-120"/>
          <a:cs typeface="Arial" pitchFamily="34" charset="0"/>
        </a:defRPr>
      </a:lvl7pPr>
      <a:lvl8pPr marL="1828754"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99FF"/>
          </a:solidFill>
          <a:latin typeface="Arial" pitchFamily="34" charset="0"/>
          <a:ea typeface="新細明體" pitchFamily="18" charset="-120"/>
          <a:cs typeface="Arial" pitchFamily="34" charset="0"/>
        </a:defRPr>
      </a:lvl8pPr>
      <a:lvl9pPr marL="2438339"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99FF"/>
          </a:solidFill>
          <a:latin typeface="Arial" pitchFamily="34" charset="0"/>
          <a:ea typeface="新細明體" pitchFamily="18" charset="-120"/>
          <a:cs typeface="Arial" pitchFamily="34" charset="0"/>
        </a:defRPr>
      </a:lvl9pPr>
    </p:titleStyle>
    <p:bodyStyle>
      <a:lvl1pPr marL="457189" indent="-457189" algn="ctr" rtl="0" eaLnBrk="1" fontAlgn="base" hangingPunct="1">
        <a:spcBef>
          <a:spcPct val="0"/>
        </a:spcBef>
        <a:spcAft>
          <a:spcPct val="0"/>
        </a:spcAft>
        <a:buFont typeface="Arial" charset="0"/>
        <a:buChar char="•"/>
        <a:defRPr kumimoji="1" sz="1867" baseline="30000">
          <a:solidFill>
            <a:srgbClr val="5F5F5F"/>
          </a:solidFill>
          <a:latin typeface="+mn-lt"/>
          <a:ea typeface="+mn-ea"/>
          <a:cs typeface="+mn-cs"/>
        </a:defRPr>
      </a:lvl1pPr>
      <a:lvl2pPr marL="990575" indent="-38099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3733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667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logo"/>
          <p:cNvPicPr>
            <a:picLocks noChangeAspect="1" noChangeArrowheads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24053" y="333384"/>
            <a:ext cx="1860360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1" name="文字方塊 10"/>
          <p:cNvSpPr txBox="1">
            <a:spLocks noChangeArrowheads="1"/>
          </p:cNvSpPr>
          <p:nvPr/>
        </p:nvSpPr>
        <p:spPr bwMode="auto">
          <a:xfrm>
            <a:off x="316579" y="6516123"/>
            <a:ext cx="22082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333">
                <a:solidFill>
                  <a:srgbClr val="4D4D4D"/>
                </a:solidFill>
                <a:cs typeface="Arial"/>
              </a:rPr>
              <a:t>Delta Confidential</a:t>
            </a: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4850246" y="6308748"/>
            <a:ext cx="28413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73623B50-58F4-4EDC-9D3D-C78E24FA3816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12293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24053" y="328615"/>
            <a:ext cx="11431832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891429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  <p:sldLayoutId id="2147483776" r:id="rId12"/>
  </p:sldLayoutIdLst>
  <p:transition spd="med"/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Arial" pitchFamily="34" charset="0"/>
          <a:ea typeface="新細明體" pitchFamily="18" charset="-120"/>
          <a:cs typeface="Arial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Arial" pitchFamily="34" charset="0"/>
          <a:ea typeface="新細明體" pitchFamily="18" charset="-120"/>
          <a:cs typeface="Arial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Arial" pitchFamily="34" charset="0"/>
          <a:ea typeface="新細明體" pitchFamily="18" charset="-120"/>
          <a:cs typeface="Arial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Arial" pitchFamily="34" charset="0"/>
          <a:ea typeface="新細明體" pitchFamily="18" charset="-120"/>
          <a:cs typeface="Arial" pitchFamily="34" charset="0"/>
        </a:defRPr>
      </a:lvl5pPr>
      <a:lvl6pPr marL="609585"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99FF"/>
          </a:solidFill>
          <a:latin typeface="Arial" pitchFamily="34" charset="0"/>
          <a:ea typeface="新細明體" pitchFamily="18" charset="-120"/>
          <a:cs typeface="Arial" pitchFamily="34" charset="0"/>
        </a:defRPr>
      </a:lvl6pPr>
      <a:lvl7pPr marL="1219170"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99FF"/>
          </a:solidFill>
          <a:latin typeface="Arial" pitchFamily="34" charset="0"/>
          <a:ea typeface="新細明體" pitchFamily="18" charset="-120"/>
          <a:cs typeface="Arial" pitchFamily="34" charset="0"/>
        </a:defRPr>
      </a:lvl7pPr>
      <a:lvl8pPr marL="1828754"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99FF"/>
          </a:solidFill>
          <a:latin typeface="Arial" pitchFamily="34" charset="0"/>
          <a:ea typeface="新細明體" pitchFamily="18" charset="-120"/>
          <a:cs typeface="Arial" pitchFamily="34" charset="0"/>
        </a:defRPr>
      </a:lvl8pPr>
      <a:lvl9pPr marL="2438339"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99FF"/>
          </a:solidFill>
          <a:latin typeface="Arial" pitchFamily="34" charset="0"/>
          <a:ea typeface="新細明體" pitchFamily="18" charset="-120"/>
          <a:cs typeface="Arial" pitchFamily="34" charset="0"/>
        </a:defRPr>
      </a:lvl9pPr>
    </p:titleStyle>
    <p:bodyStyle>
      <a:lvl1pPr marL="457189" indent="-457189" algn="ctr" rtl="0" eaLnBrk="1" fontAlgn="base" hangingPunct="1">
        <a:spcBef>
          <a:spcPct val="0"/>
        </a:spcBef>
        <a:spcAft>
          <a:spcPct val="0"/>
        </a:spcAft>
        <a:buFont typeface="Arial" charset="0"/>
        <a:buChar char="•"/>
        <a:defRPr kumimoji="1" sz="1867" baseline="30000">
          <a:solidFill>
            <a:srgbClr val="5F5F5F"/>
          </a:solidFill>
          <a:latin typeface="+mn-lt"/>
          <a:ea typeface="+mn-ea"/>
          <a:cs typeface="+mn-cs"/>
        </a:defRPr>
      </a:lvl1pPr>
      <a:lvl2pPr marL="990575" indent="-38099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3733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667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logo"/>
          <p:cNvPicPr>
            <a:picLocks noChangeAspect="1" noChangeArrowheads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24053" y="333384"/>
            <a:ext cx="1860360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1" name="文字方塊 10"/>
          <p:cNvSpPr txBox="1">
            <a:spLocks noChangeArrowheads="1"/>
          </p:cNvSpPr>
          <p:nvPr/>
        </p:nvSpPr>
        <p:spPr bwMode="auto">
          <a:xfrm>
            <a:off x="316579" y="6516123"/>
            <a:ext cx="22082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333">
                <a:solidFill>
                  <a:srgbClr val="4D4D4D"/>
                </a:solidFill>
                <a:cs typeface="Arial"/>
              </a:rPr>
              <a:t>Delta Confidential</a:t>
            </a: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4850246" y="6308748"/>
            <a:ext cx="28413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73623B50-58F4-4EDC-9D3D-C78E24FA3816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12293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24053" y="328615"/>
            <a:ext cx="11431832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299231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8" r:id="rId1"/>
    <p:sldLayoutId id="2147483779" r:id="rId2"/>
    <p:sldLayoutId id="2147483780" r:id="rId3"/>
    <p:sldLayoutId id="2147483781" r:id="rId4"/>
    <p:sldLayoutId id="2147483782" r:id="rId5"/>
    <p:sldLayoutId id="2147483783" r:id="rId6"/>
    <p:sldLayoutId id="2147483784" r:id="rId7"/>
    <p:sldLayoutId id="2147483785" r:id="rId8"/>
    <p:sldLayoutId id="2147483786" r:id="rId9"/>
    <p:sldLayoutId id="2147483787" r:id="rId10"/>
    <p:sldLayoutId id="2147483788" r:id="rId11"/>
    <p:sldLayoutId id="2147483789" r:id="rId12"/>
  </p:sldLayoutIdLst>
  <p:transition spd="med"/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Arial" pitchFamily="34" charset="0"/>
          <a:ea typeface="新細明體" pitchFamily="18" charset="-120"/>
          <a:cs typeface="Arial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Arial" pitchFamily="34" charset="0"/>
          <a:ea typeface="新細明體" pitchFamily="18" charset="-120"/>
          <a:cs typeface="Arial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Arial" pitchFamily="34" charset="0"/>
          <a:ea typeface="新細明體" pitchFamily="18" charset="-120"/>
          <a:cs typeface="Arial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Arial" pitchFamily="34" charset="0"/>
          <a:ea typeface="新細明體" pitchFamily="18" charset="-120"/>
          <a:cs typeface="Arial" pitchFamily="34" charset="0"/>
        </a:defRPr>
      </a:lvl5pPr>
      <a:lvl6pPr marL="609585"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99FF"/>
          </a:solidFill>
          <a:latin typeface="Arial" pitchFamily="34" charset="0"/>
          <a:ea typeface="新細明體" pitchFamily="18" charset="-120"/>
          <a:cs typeface="Arial" pitchFamily="34" charset="0"/>
        </a:defRPr>
      </a:lvl6pPr>
      <a:lvl7pPr marL="1219170"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99FF"/>
          </a:solidFill>
          <a:latin typeface="Arial" pitchFamily="34" charset="0"/>
          <a:ea typeface="新細明體" pitchFamily="18" charset="-120"/>
          <a:cs typeface="Arial" pitchFamily="34" charset="0"/>
        </a:defRPr>
      </a:lvl7pPr>
      <a:lvl8pPr marL="1828754"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99FF"/>
          </a:solidFill>
          <a:latin typeface="Arial" pitchFamily="34" charset="0"/>
          <a:ea typeface="新細明體" pitchFamily="18" charset="-120"/>
          <a:cs typeface="Arial" pitchFamily="34" charset="0"/>
        </a:defRPr>
      </a:lvl8pPr>
      <a:lvl9pPr marL="2438339"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99FF"/>
          </a:solidFill>
          <a:latin typeface="Arial" pitchFamily="34" charset="0"/>
          <a:ea typeface="新細明體" pitchFamily="18" charset="-120"/>
          <a:cs typeface="Arial" pitchFamily="34" charset="0"/>
        </a:defRPr>
      </a:lvl9pPr>
    </p:titleStyle>
    <p:bodyStyle>
      <a:lvl1pPr marL="457189" indent="-457189" algn="ctr" rtl="0" eaLnBrk="1" fontAlgn="base" hangingPunct="1">
        <a:spcBef>
          <a:spcPct val="0"/>
        </a:spcBef>
        <a:spcAft>
          <a:spcPct val="0"/>
        </a:spcAft>
        <a:buFont typeface="Arial" charset="0"/>
        <a:buChar char="•"/>
        <a:defRPr kumimoji="1" sz="1867" baseline="30000">
          <a:solidFill>
            <a:srgbClr val="5F5F5F"/>
          </a:solidFill>
          <a:latin typeface="+mn-lt"/>
          <a:ea typeface="+mn-ea"/>
          <a:cs typeface="+mn-cs"/>
        </a:defRPr>
      </a:lvl1pPr>
      <a:lvl2pPr marL="990575" indent="-38099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3733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667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431377" y="881745"/>
            <a:ext cx="5184576" cy="1680187"/>
          </a:xfrm>
        </p:spPr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伺服電鎖</a:t>
            </a:r>
            <a:b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通訊應用</a:t>
            </a:r>
            <a:b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Get Result Status</a:t>
            </a:r>
            <a:b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/>
              <a:t>2025/03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54054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895" y="100318"/>
            <a:ext cx="3256593" cy="3138935"/>
          </a:xfrm>
          <a:prstGeom prst="rect">
            <a:avLst/>
          </a:prstGeom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F30919-0B1B-4905-A9C8-CBB53A334A4C}" type="slidenum">
              <a:rPr lang="zh-TW" altLang="en-US" smtClean="0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2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2021779" y="2041176"/>
            <a:ext cx="229646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TW" dirty="0"/>
              <a:t>C# </a:t>
            </a:r>
            <a:r>
              <a:rPr lang="en-US" altLang="zh-TW" dirty="0" err="1"/>
              <a:t>Winform</a:t>
            </a:r>
            <a:endParaRPr lang="en-US" altLang="zh-TW" dirty="0"/>
          </a:p>
          <a:p>
            <a:pPr algn="r"/>
            <a:r>
              <a:rPr lang="en-US" altLang="zh-TW" dirty="0"/>
              <a:t>192.168.1.101</a:t>
            </a:r>
          </a:p>
          <a:p>
            <a:pPr algn="r"/>
            <a:r>
              <a:rPr lang="en-US" altLang="zh-TW" b="1" dirty="0">
                <a:solidFill>
                  <a:srgbClr val="FF0000"/>
                </a:solidFill>
              </a:rPr>
              <a:t>Modbus</a:t>
            </a:r>
            <a:r>
              <a:rPr lang="zh-TW" altLang="en-US" b="1" dirty="0">
                <a:solidFill>
                  <a:srgbClr val="FF0000"/>
                </a:solidFill>
              </a:rPr>
              <a:t> </a:t>
            </a:r>
            <a:r>
              <a:rPr lang="en-US" altLang="zh-TW" b="1" dirty="0">
                <a:solidFill>
                  <a:srgbClr val="FF0000"/>
                </a:solidFill>
              </a:rPr>
              <a:t>TCP</a:t>
            </a:r>
            <a:r>
              <a:rPr lang="zh-TW" altLang="en-US" b="1" dirty="0">
                <a:solidFill>
                  <a:srgbClr val="FF0000"/>
                </a:solidFill>
              </a:rPr>
              <a:t> </a:t>
            </a:r>
            <a:r>
              <a:rPr lang="en-US" altLang="zh-TW" b="1" dirty="0">
                <a:solidFill>
                  <a:srgbClr val="FF0000"/>
                </a:solidFill>
              </a:rPr>
              <a:t>Client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pic>
        <p:nvPicPr>
          <p:cNvPr id="12" name="圖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3384" y="1348062"/>
            <a:ext cx="3011858" cy="5477447"/>
          </a:xfrm>
          <a:prstGeom prst="rect">
            <a:avLst/>
          </a:prstGeom>
        </p:spPr>
      </p:pic>
      <p:sp>
        <p:nvSpPr>
          <p:cNvPr id="13" name="文字方塊 12"/>
          <p:cNvSpPr txBox="1"/>
          <p:nvPr/>
        </p:nvSpPr>
        <p:spPr>
          <a:xfrm>
            <a:off x="7024676" y="2906732"/>
            <a:ext cx="245035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TW" dirty="0"/>
              <a:t>3</a:t>
            </a:r>
            <a:r>
              <a:rPr lang="zh-TW" altLang="en-US" dirty="0"/>
              <a:t>代電鎖控制器</a:t>
            </a:r>
            <a:endParaRPr lang="en-US" altLang="zh-TW" dirty="0"/>
          </a:p>
          <a:p>
            <a:pPr algn="r"/>
            <a:r>
              <a:rPr lang="en-US" altLang="zh-TW" dirty="0"/>
              <a:t>192.168.1.11</a:t>
            </a:r>
          </a:p>
          <a:p>
            <a:pPr algn="r"/>
            <a:r>
              <a:rPr lang="en-US" altLang="zh-TW" b="1" dirty="0">
                <a:solidFill>
                  <a:srgbClr val="FF0000"/>
                </a:solidFill>
              </a:rPr>
              <a:t>Modbus</a:t>
            </a:r>
            <a:r>
              <a:rPr lang="zh-TW" altLang="en-US" b="1" dirty="0">
                <a:solidFill>
                  <a:srgbClr val="FF0000"/>
                </a:solidFill>
              </a:rPr>
              <a:t> </a:t>
            </a:r>
            <a:r>
              <a:rPr lang="en-US" altLang="zh-TW" b="1" dirty="0">
                <a:solidFill>
                  <a:srgbClr val="FF0000"/>
                </a:solidFill>
              </a:rPr>
              <a:t>TCP</a:t>
            </a:r>
            <a:r>
              <a:rPr lang="zh-TW" altLang="en-US" b="1" dirty="0">
                <a:solidFill>
                  <a:srgbClr val="FF0000"/>
                </a:solidFill>
              </a:rPr>
              <a:t> </a:t>
            </a:r>
            <a:r>
              <a:rPr lang="en-US" altLang="zh-TW" b="1" dirty="0">
                <a:solidFill>
                  <a:srgbClr val="FF0000"/>
                </a:solidFill>
              </a:rPr>
              <a:t>Server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23" name="矩形圖說文字 22"/>
          <p:cNvSpPr/>
          <p:nvPr/>
        </p:nvSpPr>
        <p:spPr>
          <a:xfrm>
            <a:off x="8840388" y="1196"/>
            <a:ext cx="2755176" cy="1400539"/>
          </a:xfrm>
          <a:prstGeom prst="wedgeRectCallout">
            <a:avLst>
              <a:gd name="adj1" fmla="val -19960"/>
              <a:gd name="adj2" fmla="val 72129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5" name="肘形接點 14"/>
          <p:cNvCxnSpPr/>
          <p:nvPr/>
        </p:nvCxnSpPr>
        <p:spPr>
          <a:xfrm>
            <a:off x="3455810" y="1992071"/>
            <a:ext cx="6012637" cy="614821"/>
          </a:xfrm>
          <a:prstGeom prst="bentConnector3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圖片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0916" y="1610829"/>
            <a:ext cx="1280417" cy="2049629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10531125" y="1863779"/>
            <a:ext cx="640209" cy="118230"/>
          </a:xfrm>
          <a:prstGeom prst="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22" name="群組 21"/>
          <p:cNvGrpSpPr/>
          <p:nvPr/>
        </p:nvGrpSpPr>
        <p:grpSpPr>
          <a:xfrm>
            <a:off x="226478" y="3839135"/>
            <a:ext cx="6798198" cy="2869678"/>
            <a:chOff x="226478" y="3839135"/>
            <a:chExt cx="6044454" cy="2551505"/>
          </a:xfrm>
        </p:grpSpPr>
        <p:sp>
          <p:nvSpPr>
            <p:cNvPr id="21" name="矩形圖說文字 20"/>
            <p:cNvSpPr/>
            <p:nvPr/>
          </p:nvSpPr>
          <p:spPr>
            <a:xfrm>
              <a:off x="226478" y="3839135"/>
              <a:ext cx="6044454" cy="2551505"/>
            </a:xfrm>
            <a:prstGeom prst="wedgeRectCallout">
              <a:avLst>
                <a:gd name="adj1" fmla="val -20329"/>
                <a:gd name="adj2" fmla="val -73683"/>
              </a:avLst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pic>
          <p:nvPicPr>
            <p:cNvPr id="19" name="圖片 1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17871" y="3937251"/>
              <a:ext cx="5861668" cy="2395912"/>
            </a:xfrm>
            <a:prstGeom prst="rect">
              <a:avLst/>
            </a:prstGeom>
          </p:spPr>
        </p:pic>
      </p:grpSp>
      <p:grpSp>
        <p:nvGrpSpPr>
          <p:cNvPr id="20" name="群組 19"/>
          <p:cNvGrpSpPr/>
          <p:nvPr/>
        </p:nvGrpSpPr>
        <p:grpSpPr>
          <a:xfrm>
            <a:off x="8885354" y="103341"/>
            <a:ext cx="2665243" cy="1108292"/>
            <a:chOff x="8885354" y="103341"/>
            <a:chExt cx="2665243" cy="1108292"/>
          </a:xfrm>
        </p:grpSpPr>
        <p:pic>
          <p:nvPicPr>
            <p:cNvPr id="25" name="圖片 24"/>
            <p:cNvPicPr>
              <a:picLocks noChangeAspect="1"/>
            </p:cNvPicPr>
            <p:nvPr/>
          </p:nvPicPr>
          <p:blipFill rotWithShape="1">
            <a:blip r:embed="rId6"/>
            <a:srcRect b="61286"/>
            <a:stretch/>
          </p:blipFill>
          <p:spPr>
            <a:xfrm>
              <a:off x="8885354" y="103341"/>
              <a:ext cx="2665243" cy="1056389"/>
            </a:xfrm>
            <a:prstGeom prst="rect">
              <a:avLst/>
            </a:prstGeom>
          </p:spPr>
        </p:pic>
        <p:pic>
          <p:nvPicPr>
            <p:cNvPr id="26" name="圖片 25"/>
            <p:cNvPicPr>
              <a:picLocks noChangeAspect="1"/>
            </p:cNvPicPr>
            <p:nvPr/>
          </p:nvPicPr>
          <p:blipFill rotWithShape="1">
            <a:blip r:embed="rId6"/>
            <a:srcRect t="1" b="98323"/>
            <a:stretch/>
          </p:blipFill>
          <p:spPr>
            <a:xfrm rot="10800000">
              <a:off x="8885354" y="1165914"/>
              <a:ext cx="2665243" cy="4571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86287915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43781" y="0"/>
            <a:ext cx="2707886" cy="8796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10" name="圖片 9"/>
          <p:cNvPicPr>
            <a:picLocks noChangeAspect="1"/>
          </p:cNvPicPr>
          <p:nvPr/>
        </p:nvPicPr>
        <p:blipFill rotWithShape="1">
          <a:blip r:embed="rId2"/>
          <a:srcRect t="81771" b="6652"/>
          <a:stretch/>
        </p:blipFill>
        <p:spPr>
          <a:xfrm>
            <a:off x="8993733" y="719543"/>
            <a:ext cx="2917100" cy="541866"/>
          </a:xfrm>
          <a:prstGeom prst="rect">
            <a:avLst/>
          </a:prstGeom>
        </p:spPr>
      </p:pic>
      <p:sp>
        <p:nvSpPr>
          <p:cNvPr id="16" name="文字方塊 15"/>
          <p:cNvSpPr txBox="1"/>
          <p:nvPr/>
        </p:nvSpPr>
        <p:spPr>
          <a:xfrm>
            <a:off x="8824192" y="119959"/>
            <a:ext cx="3188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/>
              <a:t>Controller Firmware</a:t>
            </a:r>
          </a:p>
          <a:p>
            <a:r>
              <a:rPr lang="en-US" altLang="zh-TW" sz="1400" dirty="0"/>
              <a:t>Use version 1.00.00.170.xxx or above</a:t>
            </a:r>
            <a:endParaRPr lang="zh-TW" altLang="en-US" sz="1400" dirty="0"/>
          </a:p>
        </p:txBody>
      </p:sp>
      <p:sp>
        <p:nvSpPr>
          <p:cNvPr id="17" name="橢圓 16"/>
          <p:cNvSpPr/>
          <p:nvPr/>
        </p:nvSpPr>
        <p:spPr>
          <a:xfrm>
            <a:off x="8409325" y="174135"/>
            <a:ext cx="414867" cy="414867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1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8" name="橢圓 17"/>
          <p:cNvSpPr/>
          <p:nvPr/>
        </p:nvSpPr>
        <p:spPr>
          <a:xfrm>
            <a:off x="73413" y="1260859"/>
            <a:ext cx="414867" cy="414867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2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9" name="橢圓 18"/>
          <p:cNvSpPr/>
          <p:nvPr/>
        </p:nvSpPr>
        <p:spPr>
          <a:xfrm>
            <a:off x="2960459" y="1294134"/>
            <a:ext cx="414867" cy="414867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3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20" name="橢圓 19"/>
          <p:cNvSpPr/>
          <p:nvPr/>
        </p:nvSpPr>
        <p:spPr>
          <a:xfrm>
            <a:off x="5810996" y="1340575"/>
            <a:ext cx="414867" cy="414867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4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21" name="橢圓 20"/>
          <p:cNvSpPr/>
          <p:nvPr/>
        </p:nvSpPr>
        <p:spPr>
          <a:xfrm>
            <a:off x="8993733" y="1397365"/>
            <a:ext cx="414867" cy="414867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5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28" name="標題 1"/>
          <p:cNvSpPr>
            <a:spLocks noGrp="1"/>
          </p:cNvSpPr>
          <p:nvPr>
            <p:ph type="title"/>
          </p:nvPr>
        </p:nvSpPr>
        <p:spPr>
          <a:xfrm>
            <a:off x="177754" y="119959"/>
            <a:ext cx="7018913" cy="723900"/>
          </a:xfrm>
        </p:spPr>
        <p:txBody>
          <a:bodyPr/>
          <a:lstStyle/>
          <a:p>
            <a:r>
              <a:rPr lang="zh-TW" altLang="en-US" sz="36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控制器設定 </a:t>
            </a:r>
            <a:r>
              <a:rPr lang="en-US" altLang="zh-TW" sz="36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Controller Setting</a:t>
            </a:r>
            <a:endParaRPr lang="zh-TW" altLang="en-US" sz="3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投影片編號版面配置區 2">
            <a:extLst>
              <a:ext uri="{FF2B5EF4-FFF2-40B4-BE49-F238E27FC236}">
                <a16:creationId xmlns:a16="http://schemas.microsoft.com/office/drawing/2014/main" id="{198769B3-0A40-4255-A2F6-6A1F87CD4C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850266" y="6308748"/>
            <a:ext cx="2841348" cy="365125"/>
          </a:xfrm>
        </p:spPr>
        <p:txBody>
          <a:bodyPr/>
          <a:lstStyle/>
          <a:p>
            <a:pPr>
              <a:defRPr/>
            </a:pPr>
            <a:fld id="{BCF30919-0B1B-4905-A9C8-CBB53A334A4C}" type="slidenum">
              <a:rPr lang="zh-TW" altLang="en-US" smtClean="0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3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E8F7DF87-DACF-7E90-57F2-2EC1C636B7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1" y="2121424"/>
            <a:ext cx="2917100" cy="4685774"/>
          </a:xfrm>
          <a:prstGeom prst="rect">
            <a:avLst/>
          </a:prstGeom>
        </p:spPr>
      </p:pic>
      <p:pic>
        <p:nvPicPr>
          <p:cNvPr id="31" name="圖片 30">
            <a:extLst>
              <a:ext uri="{FF2B5EF4-FFF2-40B4-BE49-F238E27FC236}">
                <a16:creationId xmlns:a16="http://schemas.microsoft.com/office/drawing/2014/main" id="{C5F4BC3B-101E-14CA-78C8-FDF863DE9BB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" b="232"/>
          <a:stretch/>
        </p:blipFill>
        <p:spPr>
          <a:xfrm>
            <a:off x="3167893" y="2121424"/>
            <a:ext cx="2907408" cy="4694241"/>
          </a:xfrm>
          <a:prstGeom prst="rect">
            <a:avLst/>
          </a:prstGeom>
        </p:spPr>
      </p:pic>
      <p:pic>
        <p:nvPicPr>
          <p:cNvPr id="33" name="圖片 32">
            <a:extLst>
              <a:ext uri="{FF2B5EF4-FFF2-40B4-BE49-F238E27FC236}">
                <a16:creationId xmlns:a16="http://schemas.microsoft.com/office/drawing/2014/main" id="{188F0CB4-DB3B-C6D2-19BE-35D8C647621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74"/>
          <a:stretch/>
        </p:blipFill>
        <p:spPr>
          <a:xfrm>
            <a:off x="6124684" y="2134737"/>
            <a:ext cx="2916872" cy="4680928"/>
          </a:xfrm>
          <a:prstGeom prst="rect">
            <a:avLst/>
          </a:prstGeom>
        </p:spPr>
      </p:pic>
      <p:pic>
        <p:nvPicPr>
          <p:cNvPr id="34" name="圖片 33">
            <a:extLst>
              <a:ext uri="{FF2B5EF4-FFF2-40B4-BE49-F238E27FC236}">
                <a16:creationId xmlns:a16="http://schemas.microsoft.com/office/drawing/2014/main" id="{4DE36352-7D26-FD53-DBF3-D805F43A8E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0939" y="2139583"/>
            <a:ext cx="2921946" cy="4676082"/>
          </a:xfrm>
          <a:prstGeom prst="rect">
            <a:avLst/>
          </a:prstGeom>
        </p:spPr>
      </p:pic>
      <p:sp>
        <p:nvSpPr>
          <p:cNvPr id="35" name="文字方塊 34">
            <a:extLst>
              <a:ext uri="{FF2B5EF4-FFF2-40B4-BE49-F238E27FC236}">
                <a16:creationId xmlns:a16="http://schemas.microsoft.com/office/drawing/2014/main" id="{89877B76-296B-2B99-A281-2F6DE8F334BF}"/>
              </a:ext>
            </a:extLst>
          </p:cNvPr>
          <p:cNvSpPr txBox="1"/>
          <p:nvPr/>
        </p:nvSpPr>
        <p:spPr>
          <a:xfrm>
            <a:off x="123792" y="1686313"/>
            <a:ext cx="25603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/>
              <a:t>Create a tightening parameter</a:t>
            </a:r>
            <a:endParaRPr lang="zh-TW" altLang="en-US" sz="1400" dirty="0"/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0ECFA723-EFA1-223A-C8D2-ABB69C512D80}"/>
              </a:ext>
            </a:extLst>
          </p:cNvPr>
          <p:cNvSpPr txBox="1"/>
          <p:nvPr/>
        </p:nvSpPr>
        <p:spPr>
          <a:xfrm>
            <a:off x="3331019" y="1557317"/>
            <a:ext cx="25811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/>
              <a:t>The tightening source </a:t>
            </a:r>
          </a:p>
          <a:p>
            <a:r>
              <a:rPr lang="en-US" altLang="zh-TW" sz="1400" dirty="0"/>
              <a:t>uses this tightening parameter</a:t>
            </a:r>
            <a:endParaRPr lang="zh-TW" altLang="en-US" sz="1400" dirty="0"/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E1DCB693-0DB4-9058-0C82-8DB40D718965}"/>
              </a:ext>
            </a:extLst>
          </p:cNvPr>
          <p:cNvSpPr txBox="1"/>
          <p:nvPr/>
        </p:nvSpPr>
        <p:spPr>
          <a:xfrm>
            <a:off x="6124684" y="1557317"/>
            <a:ext cx="16898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/>
              <a:t>Start condition </a:t>
            </a:r>
          </a:p>
          <a:p>
            <a:r>
              <a:rPr lang="en-US" altLang="zh-TW" sz="1400"/>
              <a:t>"</a:t>
            </a:r>
            <a:r>
              <a:rPr lang="en-US" altLang="zh-TW" sz="1400" dirty="0"/>
              <a:t>DI or Lever Start"</a:t>
            </a:r>
            <a:endParaRPr lang="zh-TW" altLang="en-US" sz="1400" dirty="0"/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A7855A72-79CF-F40E-F174-232796789A44}"/>
              </a:ext>
            </a:extLst>
          </p:cNvPr>
          <p:cNvSpPr txBox="1"/>
          <p:nvPr/>
        </p:nvSpPr>
        <p:spPr>
          <a:xfrm>
            <a:off x="9612951" y="1755442"/>
            <a:ext cx="16786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/>
              <a:t>Set DI/DO function</a:t>
            </a:r>
            <a:endParaRPr lang="zh-TW" altLang="en-US" sz="1400" dirty="0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E310F92-9ED6-D1B2-0472-810540599F82}"/>
              </a:ext>
            </a:extLst>
          </p:cNvPr>
          <p:cNvSpPr/>
          <p:nvPr/>
        </p:nvSpPr>
        <p:spPr>
          <a:xfrm>
            <a:off x="280845" y="3235887"/>
            <a:ext cx="2326887" cy="2777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978CD5F2-4D2E-2764-14E2-6D075625673D}"/>
              </a:ext>
            </a:extLst>
          </p:cNvPr>
          <p:cNvSpPr/>
          <p:nvPr/>
        </p:nvSpPr>
        <p:spPr>
          <a:xfrm>
            <a:off x="2607732" y="2644952"/>
            <a:ext cx="287867" cy="2591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1CBA4B64-6C16-A4AC-9162-D164FBD5B3AC}"/>
              </a:ext>
            </a:extLst>
          </p:cNvPr>
          <p:cNvSpPr/>
          <p:nvPr/>
        </p:nvSpPr>
        <p:spPr>
          <a:xfrm>
            <a:off x="3231392" y="3434911"/>
            <a:ext cx="1721608" cy="2650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52CAC658-CF8E-287E-6A30-5BEDEB707573}"/>
              </a:ext>
            </a:extLst>
          </p:cNvPr>
          <p:cNvSpPr/>
          <p:nvPr/>
        </p:nvSpPr>
        <p:spPr>
          <a:xfrm>
            <a:off x="7620000" y="3584355"/>
            <a:ext cx="1242756" cy="21717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454FBD1F-6AAA-A316-0AD1-6E73CB343163}"/>
              </a:ext>
            </a:extLst>
          </p:cNvPr>
          <p:cNvSpPr/>
          <p:nvPr/>
        </p:nvSpPr>
        <p:spPr>
          <a:xfrm>
            <a:off x="10236198" y="3127297"/>
            <a:ext cx="1632299" cy="11229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8D4368BE-7AC8-877B-A2C5-C7160D63A9C2}"/>
              </a:ext>
            </a:extLst>
          </p:cNvPr>
          <p:cNvSpPr/>
          <p:nvPr/>
        </p:nvSpPr>
        <p:spPr>
          <a:xfrm>
            <a:off x="10250216" y="4846031"/>
            <a:ext cx="1632299" cy="3919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4159445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矩形 136">
            <a:extLst>
              <a:ext uri="{FF2B5EF4-FFF2-40B4-BE49-F238E27FC236}">
                <a16:creationId xmlns:a16="http://schemas.microsoft.com/office/drawing/2014/main" id="{167BEA23-DEA8-5805-6765-DA2A5BF60E19}"/>
              </a:ext>
            </a:extLst>
          </p:cNvPr>
          <p:cNvSpPr/>
          <p:nvPr/>
        </p:nvSpPr>
        <p:spPr>
          <a:xfrm>
            <a:off x="9766" y="1095341"/>
            <a:ext cx="3495714" cy="5689865"/>
          </a:xfrm>
          <a:prstGeom prst="rect">
            <a:avLst/>
          </a:prstGeom>
          <a:solidFill>
            <a:schemeClr val="accent3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4" name="矩形 253"/>
          <p:cNvSpPr/>
          <p:nvPr/>
        </p:nvSpPr>
        <p:spPr>
          <a:xfrm>
            <a:off x="43781" y="84671"/>
            <a:ext cx="2707886" cy="7867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55" name="矩形 354"/>
          <p:cNvSpPr/>
          <p:nvPr/>
        </p:nvSpPr>
        <p:spPr>
          <a:xfrm>
            <a:off x="3552996" y="0"/>
            <a:ext cx="4387237" cy="676793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32" name="肘形接點 231"/>
          <p:cNvCxnSpPr>
            <a:cxnSpLocks/>
            <a:stCxn id="255" idx="2"/>
            <a:endCxn id="191" idx="0"/>
          </p:cNvCxnSpPr>
          <p:nvPr/>
        </p:nvCxnSpPr>
        <p:spPr>
          <a:xfrm rot="5400000">
            <a:off x="-291611" y="2372319"/>
            <a:ext cx="2582595" cy="3503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肘形接點 5"/>
          <p:cNvCxnSpPr>
            <a:cxnSpLocks/>
            <a:stCxn id="9" idx="2"/>
            <a:endCxn id="10" idx="0"/>
          </p:cNvCxnSpPr>
          <p:nvPr/>
        </p:nvCxnSpPr>
        <p:spPr>
          <a:xfrm rot="5400000">
            <a:off x="2974455" y="2464584"/>
            <a:ext cx="3737425" cy="2917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4100290" y="741041"/>
            <a:ext cx="1502229" cy="6508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DI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控制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0x68 set 1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菱形 7"/>
          <p:cNvSpPr/>
          <p:nvPr/>
        </p:nvSpPr>
        <p:spPr>
          <a:xfrm>
            <a:off x="4213243" y="88064"/>
            <a:ext cx="1289022" cy="578498"/>
          </a:xfrm>
          <a:prstGeom prst="diamon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4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4184067" y="87241"/>
            <a:ext cx="13473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就緒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0x1F52 = 1 ?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菱形 9"/>
          <p:cNvSpPr/>
          <p:nvPr/>
        </p:nvSpPr>
        <p:spPr>
          <a:xfrm>
            <a:off x="4184067" y="4347886"/>
            <a:ext cx="1289022" cy="578498"/>
          </a:xfrm>
          <a:prstGeom prst="diamon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4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4177716" y="4395797"/>
            <a:ext cx="13473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DI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狀態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0x67 = 0 ?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菱形 12"/>
          <p:cNvSpPr/>
          <p:nvPr/>
        </p:nvSpPr>
        <p:spPr>
          <a:xfrm>
            <a:off x="4213243" y="2149583"/>
            <a:ext cx="1289022" cy="578498"/>
          </a:xfrm>
          <a:prstGeom prst="diamond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4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106640" y="3635540"/>
            <a:ext cx="1502229" cy="57849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DI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控制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0x68 set 0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9" name="菱形 58"/>
          <p:cNvSpPr/>
          <p:nvPr/>
        </p:nvSpPr>
        <p:spPr>
          <a:xfrm>
            <a:off x="4214020" y="1468874"/>
            <a:ext cx="1289022" cy="578498"/>
          </a:xfrm>
          <a:prstGeom prst="diamon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4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0" name="文字方塊 59"/>
          <p:cNvSpPr txBox="1"/>
          <p:nvPr/>
        </p:nvSpPr>
        <p:spPr>
          <a:xfrm>
            <a:off x="4207669" y="1516785"/>
            <a:ext cx="13473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DI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狀態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0x67 = 1 ?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187" name="群組 186"/>
          <p:cNvGrpSpPr/>
          <p:nvPr/>
        </p:nvGrpSpPr>
        <p:grpSpPr>
          <a:xfrm>
            <a:off x="84357" y="3612988"/>
            <a:ext cx="3311203" cy="1634888"/>
            <a:chOff x="7341715" y="285812"/>
            <a:chExt cx="3311203" cy="1634888"/>
          </a:xfrm>
        </p:grpSpPr>
        <p:sp>
          <p:nvSpPr>
            <p:cNvPr id="188" name="矩形 187"/>
            <p:cNvSpPr/>
            <p:nvPr/>
          </p:nvSpPr>
          <p:spPr>
            <a:xfrm>
              <a:off x="7341715" y="285812"/>
              <a:ext cx="3263588" cy="1573526"/>
            </a:xfrm>
            <a:prstGeom prst="rect">
              <a:avLst/>
            </a:prstGeom>
            <a:ln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91" name="矩形 190"/>
            <p:cNvSpPr/>
            <p:nvPr/>
          </p:nvSpPr>
          <p:spPr>
            <a:xfrm>
              <a:off x="7392217" y="353956"/>
              <a:ext cx="1694623" cy="42793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#533 </a:t>
              </a:r>
              <a:r>
                <a:rPr lang="zh-TW" altLang="en-US" sz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單顆鎖付</a:t>
              </a:r>
              <a:r>
                <a:rPr lang="en-US" altLang="zh-TW" sz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(</a:t>
              </a:r>
              <a:r>
                <a:rPr lang="zh-TW" altLang="en-US" sz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擰緊</a:t>
              </a:r>
              <a:r>
                <a:rPr lang="en-US" altLang="zh-TW" sz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)</a:t>
              </a:r>
              <a:r>
                <a:rPr lang="zh-TW" altLang="en-US" sz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完成限制工具啟動</a:t>
              </a:r>
              <a:endPara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92" name="菱形 191"/>
            <p:cNvSpPr/>
            <p:nvPr/>
          </p:nvSpPr>
          <p:spPr>
            <a:xfrm>
              <a:off x="7607521" y="1170480"/>
              <a:ext cx="1289022" cy="578498"/>
            </a:xfrm>
            <a:prstGeom prst="diamond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94" name="文字方塊 193"/>
            <p:cNvSpPr txBox="1"/>
            <p:nvPr/>
          </p:nvSpPr>
          <p:spPr>
            <a:xfrm>
              <a:off x="7536456" y="1206430"/>
              <a:ext cx="143115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0xCF=533</a:t>
              </a: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0xD0=1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95" name="矩形 194"/>
            <p:cNvSpPr/>
            <p:nvPr/>
          </p:nvSpPr>
          <p:spPr>
            <a:xfrm>
              <a:off x="7392217" y="815495"/>
              <a:ext cx="1694623" cy="278159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讀取狀態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0xCF~D1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199" name="肘形接點 198"/>
            <p:cNvCxnSpPr>
              <a:cxnSpLocks/>
              <a:stCxn id="194" idx="3"/>
              <a:endCxn id="200" idx="2"/>
            </p:cNvCxnSpPr>
            <p:nvPr/>
          </p:nvCxnSpPr>
          <p:spPr>
            <a:xfrm flipV="1">
              <a:off x="8967609" y="1170786"/>
              <a:ext cx="943626" cy="297254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0" name="菱形 199"/>
            <p:cNvSpPr/>
            <p:nvPr/>
          </p:nvSpPr>
          <p:spPr>
            <a:xfrm>
              <a:off x="9266724" y="715127"/>
              <a:ext cx="1289022" cy="455659"/>
            </a:xfrm>
            <a:prstGeom prst="diamond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01" name="文字方塊 200"/>
            <p:cNvSpPr txBox="1"/>
            <p:nvPr/>
          </p:nvSpPr>
          <p:spPr>
            <a:xfrm>
              <a:off x="9221765" y="794048"/>
              <a:ext cx="143115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詢問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100</a:t>
              </a: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次</a:t>
              </a:r>
            </a:p>
          </p:txBody>
        </p:sp>
        <p:sp>
          <p:nvSpPr>
            <p:cNvPr id="202" name="矩形 201"/>
            <p:cNvSpPr/>
            <p:nvPr/>
          </p:nvSpPr>
          <p:spPr>
            <a:xfrm>
              <a:off x="9280724" y="1261286"/>
              <a:ext cx="1229641" cy="353529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延遲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30ms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204" name="肘形接點 203"/>
            <p:cNvCxnSpPr>
              <a:cxnSpLocks/>
              <a:stCxn id="201" idx="1"/>
              <a:endCxn id="195" idx="3"/>
            </p:cNvCxnSpPr>
            <p:nvPr/>
          </p:nvCxnSpPr>
          <p:spPr>
            <a:xfrm rot="10800000" flipV="1">
              <a:off x="9086841" y="947937"/>
              <a:ext cx="134925" cy="6638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肘形接點 204"/>
            <p:cNvCxnSpPr>
              <a:cxnSpLocks/>
              <a:stCxn id="200" idx="0"/>
              <a:endCxn id="191" idx="3"/>
            </p:cNvCxnSpPr>
            <p:nvPr/>
          </p:nvCxnSpPr>
          <p:spPr>
            <a:xfrm rot="16200000" flipV="1">
              <a:off x="9425437" y="229328"/>
              <a:ext cx="147202" cy="824395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6" name="文字方塊 205"/>
            <p:cNvSpPr txBox="1"/>
            <p:nvPr/>
          </p:nvSpPr>
          <p:spPr>
            <a:xfrm>
              <a:off x="8188393" y="1612923"/>
              <a:ext cx="52340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0000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Y</a:t>
              </a:r>
              <a:endParaRPr lang="zh-TW" altLang="en-US" sz="1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07" name="文字方塊 206"/>
            <p:cNvSpPr txBox="1"/>
            <p:nvPr/>
          </p:nvSpPr>
          <p:spPr>
            <a:xfrm>
              <a:off x="8887993" y="1240629"/>
              <a:ext cx="4745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0000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N</a:t>
              </a:r>
              <a:endParaRPr lang="zh-TW" altLang="en-US" sz="1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08" name="文字方塊 207"/>
            <p:cNvSpPr txBox="1"/>
            <p:nvPr/>
          </p:nvSpPr>
          <p:spPr>
            <a:xfrm>
              <a:off x="9086838" y="639279"/>
              <a:ext cx="4745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0000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N</a:t>
              </a:r>
              <a:endParaRPr lang="zh-TW" altLang="en-US" sz="1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09" name="文字方塊 208"/>
            <p:cNvSpPr txBox="1"/>
            <p:nvPr/>
          </p:nvSpPr>
          <p:spPr>
            <a:xfrm>
              <a:off x="9974071" y="359367"/>
              <a:ext cx="4745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0000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Y</a:t>
              </a:r>
              <a:endParaRPr lang="zh-TW" altLang="en-US" sz="1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cxnSp>
        <p:nvCxnSpPr>
          <p:cNvPr id="235" name="肘形接點 234"/>
          <p:cNvCxnSpPr>
            <a:cxnSpLocks/>
            <a:stCxn id="206" idx="2"/>
            <a:endCxn id="9" idx="1"/>
          </p:cNvCxnSpPr>
          <p:nvPr/>
        </p:nvCxnSpPr>
        <p:spPr>
          <a:xfrm rot="5400000" flipH="1" flipV="1">
            <a:off x="238888" y="1302698"/>
            <a:ext cx="4899025" cy="2991331"/>
          </a:xfrm>
          <a:prstGeom prst="bentConnector4">
            <a:avLst>
              <a:gd name="adj1" fmla="val -4666"/>
              <a:gd name="adj2" fmla="val 8184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5" name="流程圖: 替代程序 254"/>
          <p:cNvSpPr/>
          <p:nvPr/>
        </p:nvSpPr>
        <p:spPr>
          <a:xfrm>
            <a:off x="514194" y="574243"/>
            <a:ext cx="1006013" cy="524294"/>
          </a:xfrm>
          <a:prstGeom prst="flowChartAlternateProcess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Start</a:t>
            </a:r>
            <a:endParaRPr lang="zh-TW" altLang="en-US" sz="14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76" name="標題 1"/>
          <p:cNvSpPr txBox="1">
            <a:spLocks/>
          </p:cNvSpPr>
          <p:nvPr/>
        </p:nvSpPr>
        <p:spPr bwMode="auto">
          <a:xfrm>
            <a:off x="-89906" y="-114054"/>
            <a:ext cx="3247600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31" tIns="45665" rIns="91331" bIns="45665" numCol="1" anchor="t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267" b="1">
                <a:solidFill>
                  <a:srgbClr val="0087DC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267" b="1">
                <a:solidFill>
                  <a:srgbClr val="0087DC"/>
                </a:solidFill>
                <a:latin typeface="Arial" pitchFamily="34" charset="0"/>
                <a:ea typeface="新細明體" pitchFamily="18" charset="-120"/>
                <a:cs typeface="Arial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267" b="1">
                <a:solidFill>
                  <a:srgbClr val="0087DC"/>
                </a:solidFill>
                <a:latin typeface="Arial" pitchFamily="34" charset="0"/>
                <a:ea typeface="新細明體" pitchFamily="18" charset="-120"/>
                <a:cs typeface="Arial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267" b="1">
                <a:solidFill>
                  <a:srgbClr val="0087DC"/>
                </a:solidFill>
                <a:latin typeface="Arial" pitchFamily="34" charset="0"/>
                <a:ea typeface="新細明體" pitchFamily="18" charset="-120"/>
                <a:cs typeface="Arial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267" b="1">
                <a:solidFill>
                  <a:srgbClr val="0087DC"/>
                </a:solidFill>
                <a:latin typeface="Arial" pitchFamily="34" charset="0"/>
                <a:ea typeface="新細明體" pitchFamily="18" charset="-120"/>
                <a:cs typeface="Arial" pitchFamily="34" charset="0"/>
              </a:defRPr>
            </a:lvl5pPr>
            <a:lvl6pPr marL="608835"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267" b="1">
                <a:solidFill>
                  <a:srgbClr val="0099FF"/>
                </a:solidFill>
                <a:latin typeface="Arial" pitchFamily="34" charset="0"/>
                <a:ea typeface="新細明體" pitchFamily="18" charset="-120"/>
                <a:cs typeface="Arial" pitchFamily="34" charset="0"/>
              </a:defRPr>
            </a:lvl6pPr>
            <a:lvl7pPr marL="1217670"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267" b="1">
                <a:solidFill>
                  <a:srgbClr val="0099FF"/>
                </a:solidFill>
                <a:latin typeface="Arial" pitchFamily="34" charset="0"/>
                <a:ea typeface="新細明體" pitchFamily="18" charset="-120"/>
                <a:cs typeface="Arial" pitchFamily="34" charset="0"/>
              </a:defRPr>
            </a:lvl7pPr>
            <a:lvl8pPr marL="1826517"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267" b="1">
                <a:solidFill>
                  <a:srgbClr val="0099FF"/>
                </a:solidFill>
                <a:latin typeface="Arial" pitchFamily="34" charset="0"/>
                <a:ea typeface="新細明體" pitchFamily="18" charset="-120"/>
                <a:cs typeface="Arial" pitchFamily="34" charset="0"/>
              </a:defRPr>
            </a:lvl8pPr>
            <a:lvl9pPr marL="2435347"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267" b="1">
                <a:solidFill>
                  <a:srgbClr val="0099FF"/>
                </a:solidFill>
                <a:latin typeface="Arial" pitchFamily="34" charset="0"/>
                <a:ea typeface="新細明體" pitchFamily="18" charset="-120"/>
                <a:cs typeface="Arial" pitchFamily="34" charset="0"/>
              </a:defRPr>
            </a:lvl9pPr>
          </a:lstStyle>
          <a:p>
            <a:r>
              <a:rPr lang="en-US" altLang="zh-TW" b="0" dirty="0"/>
              <a:t>flow chart</a:t>
            </a:r>
            <a:endParaRPr lang="zh-TW" altLang="en-US" sz="3600" kern="0" dirty="0"/>
          </a:p>
        </p:txBody>
      </p:sp>
      <p:sp>
        <p:nvSpPr>
          <p:cNvPr id="189" name="矩形 188"/>
          <p:cNvSpPr/>
          <p:nvPr/>
        </p:nvSpPr>
        <p:spPr>
          <a:xfrm>
            <a:off x="43780" y="1192147"/>
            <a:ext cx="2752803" cy="31384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DI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控制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0x68 set 0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70" name="文字方塊 269"/>
          <p:cNvSpPr txBox="1"/>
          <p:nvPr/>
        </p:nvSpPr>
        <p:spPr>
          <a:xfrm>
            <a:off x="4015340" y="2171366"/>
            <a:ext cx="16227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鎖付狀態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0x1F5D = 1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or 2 ?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72" name="矩形 271"/>
          <p:cNvSpPr/>
          <p:nvPr/>
        </p:nvSpPr>
        <p:spPr>
          <a:xfrm>
            <a:off x="4090818" y="2836284"/>
            <a:ext cx="1502229" cy="6508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1.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讀取總角度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0x24</a:t>
            </a:r>
          </a:p>
          <a:p>
            <a:pPr algn="ctr"/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2.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讀取最終扭矩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0x1F46-0x1F47</a:t>
            </a:r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33" name="肘形接點 332"/>
          <p:cNvCxnSpPr>
            <a:cxnSpLocks/>
            <a:stCxn id="11" idx="2"/>
            <a:endCxn id="17" idx="0"/>
          </p:cNvCxnSpPr>
          <p:nvPr/>
        </p:nvCxnSpPr>
        <p:spPr>
          <a:xfrm rot="5400000">
            <a:off x="4738262" y="4979352"/>
            <a:ext cx="173478" cy="5280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>
            <a:extLst>
              <a:ext uri="{FF2B5EF4-FFF2-40B4-BE49-F238E27FC236}">
                <a16:creationId xmlns:a16="http://schemas.microsoft.com/office/drawing/2014/main" id="{8D58EF42-5C0B-3514-DEEE-5396C0B2DA41}"/>
              </a:ext>
            </a:extLst>
          </p:cNvPr>
          <p:cNvSpPr/>
          <p:nvPr/>
        </p:nvSpPr>
        <p:spPr>
          <a:xfrm>
            <a:off x="43781" y="1579391"/>
            <a:ext cx="2752802" cy="31384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清除鎖付狀態旗標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0x1F5D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set 0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5882FFCA-F247-40D0-FA8A-C26EA849F416}"/>
              </a:ext>
            </a:extLst>
          </p:cNvPr>
          <p:cNvGrpSpPr/>
          <p:nvPr/>
        </p:nvGrpSpPr>
        <p:grpSpPr>
          <a:xfrm>
            <a:off x="3900782" y="5045897"/>
            <a:ext cx="3311203" cy="1618888"/>
            <a:chOff x="7341715" y="240450"/>
            <a:chExt cx="3311203" cy="1618888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758A004E-65A1-A59D-5AA8-4E3E9BE1B1C9}"/>
                </a:ext>
              </a:extLst>
            </p:cNvPr>
            <p:cNvSpPr/>
            <p:nvPr/>
          </p:nvSpPr>
          <p:spPr>
            <a:xfrm>
              <a:off x="7341715" y="240450"/>
              <a:ext cx="3263588" cy="1618888"/>
            </a:xfrm>
            <a:prstGeom prst="rect">
              <a:avLst/>
            </a:prstGeom>
            <a:ln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14" name="肘形接點 189">
              <a:extLst>
                <a:ext uri="{FF2B5EF4-FFF2-40B4-BE49-F238E27FC236}">
                  <a16:creationId xmlns:a16="http://schemas.microsoft.com/office/drawing/2014/main" id="{77F30815-D635-6AC2-53B7-B95006B37E2F}"/>
                </a:ext>
              </a:extLst>
            </p:cNvPr>
            <p:cNvCxnSpPr>
              <a:cxnSpLocks/>
              <a:stCxn id="17" idx="2"/>
              <a:endCxn id="18" idx="0"/>
            </p:cNvCxnSpPr>
            <p:nvPr/>
          </p:nvCxnSpPr>
          <p:spPr>
            <a:xfrm rot="16200000" flipH="1">
              <a:off x="8018033" y="936480"/>
              <a:ext cx="455495" cy="12503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93A117EE-FCA8-5B94-0151-CB97788BE7E1}"/>
                </a:ext>
              </a:extLst>
            </p:cNvPr>
            <p:cNvSpPr/>
            <p:nvPr/>
          </p:nvSpPr>
          <p:spPr>
            <a:xfrm>
              <a:off x="7392217" y="287048"/>
              <a:ext cx="1694623" cy="42793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#406 </a:t>
              </a:r>
              <a:r>
                <a:rPr lang="zh-TW" altLang="en-US" sz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解除工具限制操作</a:t>
              </a:r>
              <a:endPara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8" name="菱形 17">
              <a:extLst>
                <a:ext uri="{FF2B5EF4-FFF2-40B4-BE49-F238E27FC236}">
                  <a16:creationId xmlns:a16="http://schemas.microsoft.com/office/drawing/2014/main" id="{FC518D09-9771-1448-B90A-B2CFA8351599}"/>
                </a:ext>
              </a:extLst>
            </p:cNvPr>
            <p:cNvSpPr/>
            <p:nvPr/>
          </p:nvSpPr>
          <p:spPr>
            <a:xfrm>
              <a:off x="7607521" y="1170480"/>
              <a:ext cx="1289022" cy="578498"/>
            </a:xfrm>
            <a:prstGeom prst="diamond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9" name="文字方塊 18">
              <a:extLst>
                <a:ext uri="{FF2B5EF4-FFF2-40B4-BE49-F238E27FC236}">
                  <a16:creationId xmlns:a16="http://schemas.microsoft.com/office/drawing/2014/main" id="{F882A49B-61BE-9F2D-23B9-57C01E04D781}"/>
                </a:ext>
              </a:extLst>
            </p:cNvPr>
            <p:cNvSpPr txBox="1"/>
            <p:nvPr/>
          </p:nvSpPr>
          <p:spPr>
            <a:xfrm>
              <a:off x="7536456" y="1206430"/>
              <a:ext cx="143115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0xCF=406</a:t>
              </a: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0xD0=1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E2D2E9B0-3980-0D89-D2F3-F66BB85C2632}"/>
                </a:ext>
              </a:extLst>
            </p:cNvPr>
            <p:cNvSpPr/>
            <p:nvPr/>
          </p:nvSpPr>
          <p:spPr>
            <a:xfrm>
              <a:off x="7392217" y="768469"/>
              <a:ext cx="1694623" cy="325185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讀取狀態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0xCF~D1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21" name="肘形接點 198">
              <a:extLst>
                <a:ext uri="{FF2B5EF4-FFF2-40B4-BE49-F238E27FC236}">
                  <a16:creationId xmlns:a16="http://schemas.microsoft.com/office/drawing/2014/main" id="{CECFB3B0-9E93-755C-FA1B-AF18C6AD095B}"/>
                </a:ext>
              </a:extLst>
            </p:cNvPr>
            <p:cNvCxnSpPr>
              <a:stCxn id="19" idx="3"/>
              <a:endCxn id="22" idx="2"/>
            </p:cNvCxnSpPr>
            <p:nvPr/>
          </p:nvCxnSpPr>
          <p:spPr>
            <a:xfrm flipV="1">
              <a:off x="8967609" y="1181937"/>
              <a:ext cx="943626" cy="286103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菱形 21">
              <a:extLst>
                <a:ext uri="{FF2B5EF4-FFF2-40B4-BE49-F238E27FC236}">
                  <a16:creationId xmlns:a16="http://schemas.microsoft.com/office/drawing/2014/main" id="{8D92E657-C747-A667-1BBD-D5138971EE67}"/>
                </a:ext>
              </a:extLst>
            </p:cNvPr>
            <p:cNvSpPr/>
            <p:nvPr/>
          </p:nvSpPr>
          <p:spPr>
            <a:xfrm>
              <a:off x="9266724" y="655240"/>
              <a:ext cx="1289022" cy="526697"/>
            </a:xfrm>
            <a:prstGeom prst="diamond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3" name="文字方塊 22">
              <a:extLst>
                <a:ext uri="{FF2B5EF4-FFF2-40B4-BE49-F238E27FC236}">
                  <a16:creationId xmlns:a16="http://schemas.microsoft.com/office/drawing/2014/main" id="{6253DC5F-1EF9-7E40-050D-CE31AD6A7ECE}"/>
                </a:ext>
              </a:extLst>
            </p:cNvPr>
            <p:cNvSpPr txBox="1"/>
            <p:nvPr/>
          </p:nvSpPr>
          <p:spPr>
            <a:xfrm>
              <a:off x="9221765" y="760595"/>
              <a:ext cx="143115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詢問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100</a:t>
              </a: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次</a:t>
              </a: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C84CFF43-750A-E661-DE27-38638726CD0D}"/>
                </a:ext>
              </a:extLst>
            </p:cNvPr>
            <p:cNvSpPr/>
            <p:nvPr/>
          </p:nvSpPr>
          <p:spPr>
            <a:xfrm>
              <a:off x="9280724" y="1261286"/>
              <a:ext cx="1229641" cy="353529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延遲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30ms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25" name="肘形接點 203">
              <a:extLst>
                <a:ext uri="{FF2B5EF4-FFF2-40B4-BE49-F238E27FC236}">
                  <a16:creationId xmlns:a16="http://schemas.microsoft.com/office/drawing/2014/main" id="{12754C88-3E08-F1A3-90F3-A2817EBCAE20}"/>
                </a:ext>
              </a:extLst>
            </p:cNvPr>
            <p:cNvCxnSpPr>
              <a:cxnSpLocks/>
              <a:stCxn id="23" idx="1"/>
              <a:endCxn id="20" idx="3"/>
            </p:cNvCxnSpPr>
            <p:nvPr/>
          </p:nvCxnSpPr>
          <p:spPr>
            <a:xfrm rot="10800000" flipV="1">
              <a:off x="9086841" y="914484"/>
              <a:ext cx="134925" cy="16578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肘形接點 204">
              <a:extLst>
                <a:ext uri="{FF2B5EF4-FFF2-40B4-BE49-F238E27FC236}">
                  <a16:creationId xmlns:a16="http://schemas.microsoft.com/office/drawing/2014/main" id="{4FBDEA76-A81D-3284-EDD5-A1F07F5D5642}"/>
                </a:ext>
              </a:extLst>
            </p:cNvPr>
            <p:cNvCxnSpPr>
              <a:cxnSpLocks/>
              <a:stCxn id="22" idx="0"/>
              <a:endCxn id="17" idx="3"/>
            </p:cNvCxnSpPr>
            <p:nvPr/>
          </p:nvCxnSpPr>
          <p:spPr>
            <a:xfrm rot="16200000" flipV="1">
              <a:off x="9421927" y="165931"/>
              <a:ext cx="154223" cy="824395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文字方塊 26">
              <a:extLst>
                <a:ext uri="{FF2B5EF4-FFF2-40B4-BE49-F238E27FC236}">
                  <a16:creationId xmlns:a16="http://schemas.microsoft.com/office/drawing/2014/main" id="{108F80FE-2A74-9BD5-C50F-B7FE588CCC24}"/>
                </a:ext>
              </a:extLst>
            </p:cNvPr>
            <p:cNvSpPr txBox="1"/>
            <p:nvPr/>
          </p:nvSpPr>
          <p:spPr>
            <a:xfrm>
              <a:off x="8534888" y="1485140"/>
              <a:ext cx="52340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0000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Y</a:t>
              </a:r>
              <a:endParaRPr lang="zh-TW" altLang="en-US" sz="1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8" name="文字方塊 27">
              <a:extLst>
                <a:ext uri="{FF2B5EF4-FFF2-40B4-BE49-F238E27FC236}">
                  <a16:creationId xmlns:a16="http://schemas.microsoft.com/office/drawing/2014/main" id="{C581A661-F8E3-EBCD-CDB5-A1B94CFCD76D}"/>
                </a:ext>
              </a:extLst>
            </p:cNvPr>
            <p:cNvSpPr txBox="1"/>
            <p:nvPr/>
          </p:nvSpPr>
          <p:spPr>
            <a:xfrm>
              <a:off x="8887993" y="1240629"/>
              <a:ext cx="4745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0000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N</a:t>
              </a:r>
              <a:endParaRPr lang="zh-TW" altLang="en-US" sz="1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9" name="文字方塊 28">
              <a:extLst>
                <a:ext uri="{FF2B5EF4-FFF2-40B4-BE49-F238E27FC236}">
                  <a16:creationId xmlns:a16="http://schemas.microsoft.com/office/drawing/2014/main" id="{D794183B-A84D-DF6A-F305-1FEA46ED8032}"/>
                </a:ext>
              </a:extLst>
            </p:cNvPr>
            <p:cNvSpPr txBox="1"/>
            <p:nvPr/>
          </p:nvSpPr>
          <p:spPr>
            <a:xfrm>
              <a:off x="9086838" y="639279"/>
              <a:ext cx="4745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0000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N</a:t>
              </a:r>
              <a:endParaRPr lang="zh-TW" altLang="en-US" sz="1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30" name="文字方塊 29">
              <a:extLst>
                <a:ext uri="{FF2B5EF4-FFF2-40B4-BE49-F238E27FC236}">
                  <a16:creationId xmlns:a16="http://schemas.microsoft.com/office/drawing/2014/main" id="{44472D56-46D3-6D42-3A55-6FA686F277BA}"/>
                </a:ext>
              </a:extLst>
            </p:cNvPr>
            <p:cNvSpPr txBox="1"/>
            <p:nvPr/>
          </p:nvSpPr>
          <p:spPr>
            <a:xfrm>
              <a:off x="9974071" y="359367"/>
              <a:ext cx="4745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0000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Y</a:t>
              </a:r>
              <a:endParaRPr lang="zh-TW" altLang="en-US" sz="1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45" name="群組 44">
            <a:extLst>
              <a:ext uri="{FF2B5EF4-FFF2-40B4-BE49-F238E27FC236}">
                <a16:creationId xmlns:a16="http://schemas.microsoft.com/office/drawing/2014/main" id="{5E05C0D0-8428-5B4C-F69C-864A2A977B8F}"/>
              </a:ext>
            </a:extLst>
          </p:cNvPr>
          <p:cNvGrpSpPr/>
          <p:nvPr/>
        </p:nvGrpSpPr>
        <p:grpSpPr>
          <a:xfrm>
            <a:off x="59158" y="2001320"/>
            <a:ext cx="3311203" cy="1673253"/>
            <a:chOff x="7341715" y="285812"/>
            <a:chExt cx="3311203" cy="1673253"/>
          </a:xfrm>
        </p:grpSpPr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F8FAD855-4FE4-3683-55DE-FF6345F463BF}"/>
                </a:ext>
              </a:extLst>
            </p:cNvPr>
            <p:cNvSpPr/>
            <p:nvPr/>
          </p:nvSpPr>
          <p:spPr>
            <a:xfrm>
              <a:off x="7341715" y="285812"/>
              <a:ext cx="3263588" cy="1573526"/>
            </a:xfrm>
            <a:prstGeom prst="rect">
              <a:avLst/>
            </a:prstGeom>
            <a:ln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47" name="肘形接點 189">
              <a:extLst>
                <a:ext uri="{FF2B5EF4-FFF2-40B4-BE49-F238E27FC236}">
                  <a16:creationId xmlns:a16="http://schemas.microsoft.com/office/drawing/2014/main" id="{90DA554A-C981-6481-630B-F6E0A8B25949}"/>
                </a:ext>
              </a:extLst>
            </p:cNvPr>
            <p:cNvCxnSpPr>
              <a:cxnSpLocks/>
              <a:stCxn id="48" idx="2"/>
            </p:cNvCxnSpPr>
            <p:nvPr/>
          </p:nvCxnSpPr>
          <p:spPr>
            <a:xfrm rot="5400000">
              <a:off x="7647433" y="1366969"/>
              <a:ext cx="1177173" cy="7020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9AF77749-3686-2FDC-516A-D3A0A4084AC8}"/>
                </a:ext>
              </a:extLst>
            </p:cNvPr>
            <p:cNvSpPr/>
            <p:nvPr/>
          </p:nvSpPr>
          <p:spPr>
            <a:xfrm>
              <a:off x="7392217" y="353956"/>
              <a:ext cx="1694623" cy="42793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#406 </a:t>
              </a:r>
              <a:r>
                <a:rPr lang="zh-TW" altLang="en-US" sz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解除工具限制操作</a:t>
              </a:r>
              <a:endPara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49" name="菱形 48">
              <a:extLst>
                <a:ext uri="{FF2B5EF4-FFF2-40B4-BE49-F238E27FC236}">
                  <a16:creationId xmlns:a16="http://schemas.microsoft.com/office/drawing/2014/main" id="{53AED26C-3738-BFBF-9B00-833623615657}"/>
                </a:ext>
              </a:extLst>
            </p:cNvPr>
            <p:cNvSpPr/>
            <p:nvPr/>
          </p:nvSpPr>
          <p:spPr>
            <a:xfrm>
              <a:off x="7607521" y="1170480"/>
              <a:ext cx="1289022" cy="578498"/>
            </a:xfrm>
            <a:prstGeom prst="diamond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50" name="文字方塊 49">
              <a:extLst>
                <a:ext uri="{FF2B5EF4-FFF2-40B4-BE49-F238E27FC236}">
                  <a16:creationId xmlns:a16="http://schemas.microsoft.com/office/drawing/2014/main" id="{E44A1167-F75D-B830-7417-F6DDD9A08F8F}"/>
                </a:ext>
              </a:extLst>
            </p:cNvPr>
            <p:cNvSpPr txBox="1"/>
            <p:nvPr/>
          </p:nvSpPr>
          <p:spPr>
            <a:xfrm>
              <a:off x="7536456" y="1206430"/>
              <a:ext cx="143115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0xCF=406</a:t>
              </a: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0xD0=1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E291CB89-0336-3FDD-A051-283AF6BA47A7}"/>
                </a:ext>
              </a:extLst>
            </p:cNvPr>
            <p:cNvSpPr/>
            <p:nvPr/>
          </p:nvSpPr>
          <p:spPr>
            <a:xfrm>
              <a:off x="7392217" y="815495"/>
              <a:ext cx="1694623" cy="278159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讀取狀態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0xCF~D1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52" name="肘形接點 198">
              <a:extLst>
                <a:ext uri="{FF2B5EF4-FFF2-40B4-BE49-F238E27FC236}">
                  <a16:creationId xmlns:a16="http://schemas.microsoft.com/office/drawing/2014/main" id="{46B67623-8899-1488-C223-8B14D56F40FB}"/>
                </a:ext>
              </a:extLst>
            </p:cNvPr>
            <p:cNvCxnSpPr>
              <a:cxnSpLocks/>
              <a:stCxn id="50" idx="3"/>
              <a:endCxn id="53" idx="2"/>
            </p:cNvCxnSpPr>
            <p:nvPr/>
          </p:nvCxnSpPr>
          <p:spPr>
            <a:xfrm flipV="1">
              <a:off x="8967609" y="1170786"/>
              <a:ext cx="943626" cy="297254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菱形 52">
              <a:extLst>
                <a:ext uri="{FF2B5EF4-FFF2-40B4-BE49-F238E27FC236}">
                  <a16:creationId xmlns:a16="http://schemas.microsoft.com/office/drawing/2014/main" id="{6A1C1DA8-A6B2-5AB2-5BBD-D87939482D17}"/>
                </a:ext>
              </a:extLst>
            </p:cNvPr>
            <p:cNvSpPr/>
            <p:nvPr/>
          </p:nvSpPr>
          <p:spPr>
            <a:xfrm>
              <a:off x="9266724" y="715127"/>
              <a:ext cx="1289022" cy="455659"/>
            </a:xfrm>
            <a:prstGeom prst="diamond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54" name="文字方塊 53">
              <a:extLst>
                <a:ext uri="{FF2B5EF4-FFF2-40B4-BE49-F238E27FC236}">
                  <a16:creationId xmlns:a16="http://schemas.microsoft.com/office/drawing/2014/main" id="{E074CAAF-9609-5620-7324-1EE5D19B755E}"/>
                </a:ext>
              </a:extLst>
            </p:cNvPr>
            <p:cNvSpPr txBox="1"/>
            <p:nvPr/>
          </p:nvSpPr>
          <p:spPr>
            <a:xfrm>
              <a:off x="9221765" y="794048"/>
              <a:ext cx="143115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詢問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100</a:t>
              </a: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次</a:t>
              </a:r>
            </a:p>
          </p:txBody>
        </p: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2C6A07C0-D561-4770-7006-09F4D3525BEC}"/>
                </a:ext>
              </a:extLst>
            </p:cNvPr>
            <p:cNvSpPr/>
            <p:nvPr/>
          </p:nvSpPr>
          <p:spPr>
            <a:xfrm>
              <a:off x="9280724" y="1261286"/>
              <a:ext cx="1229641" cy="353529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延遲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30ms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56" name="肘形接點 203">
              <a:extLst>
                <a:ext uri="{FF2B5EF4-FFF2-40B4-BE49-F238E27FC236}">
                  <a16:creationId xmlns:a16="http://schemas.microsoft.com/office/drawing/2014/main" id="{4CEA8B25-3CE1-5275-3C67-9B0BF15ECD12}"/>
                </a:ext>
              </a:extLst>
            </p:cNvPr>
            <p:cNvCxnSpPr>
              <a:cxnSpLocks/>
              <a:stCxn id="54" idx="1"/>
              <a:endCxn id="51" idx="3"/>
            </p:cNvCxnSpPr>
            <p:nvPr/>
          </p:nvCxnSpPr>
          <p:spPr>
            <a:xfrm rot="10800000" flipV="1">
              <a:off x="9086841" y="947937"/>
              <a:ext cx="134925" cy="6638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肘形接點 204">
              <a:extLst>
                <a:ext uri="{FF2B5EF4-FFF2-40B4-BE49-F238E27FC236}">
                  <a16:creationId xmlns:a16="http://schemas.microsoft.com/office/drawing/2014/main" id="{3498AF02-600F-EB78-143C-D05350138D68}"/>
                </a:ext>
              </a:extLst>
            </p:cNvPr>
            <p:cNvCxnSpPr>
              <a:cxnSpLocks/>
              <a:stCxn id="53" idx="0"/>
              <a:endCxn id="48" idx="3"/>
            </p:cNvCxnSpPr>
            <p:nvPr/>
          </p:nvCxnSpPr>
          <p:spPr>
            <a:xfrm rot="16200000" flipV="1">
              <a:off x="9425437" y="229328"/>
              <a:ext cx="147202" cy="824395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文字方塊 57">
              <a:extLst>
                <a:ext uri="{FF2B5EF4-FFF2-40B4-BE49-F238E27FC236}">
                  <a16:creationId xmlns:a16="http://schemas.microsoft.com/office/drawing/2014/main" id="{882F3798-50AD-0E3C-EAA6-D79CD93C8EA9}"/>
                </a:ext>
              </a:extLst>
            </p:cNvPr>
            <p:cNvSpPr txBox="1"/>
            <p:nvPr/>
          </p:nvSpPr>
          <p:spPr>
            <a:xfrm>
              <a:off x="8188393" y="1612923"/>
              <a:ext cx="52340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0000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Y</a:t>
              </a:r>
              <a:endParaRPr lang="zh-TW" altLang="en-US" sz="1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61" name="文字方塊 60">
              <a:extLst>
                <a:ext uri="{FF2B5EF4-FFF2-40B4-BE49-F238E27FC236}">
                  <a16:creationId xmlns:a16="http://schemas.microsoft.com/office/drawing/2014/main" id="{31B4777D-4CF3-41FF-F3FD-E754D67CEC8F}"/>
                </a:ext>
              </a:extLst>
            </p:cNvPr>
            <p:cNvSpPr txBox="1"/>
            <p:nvPr/>
          </p:nvSpPr>
          <p:spPr>
            <a:xfrm>
              <a:off x="8887993" y="1240629"/>
              <a:ext cx="4745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0000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N</a:t>
              </a:r>
              <a:endParaRPr lang="zh-TW" altLang="en-US" sz="1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62" name="文字方塊 61">
              <a:extLst>
                <a:ext uri="{FF2B5EF4-FFF2-40B4-BE49-F238E27FC236}">
                  <a16:creationId xmlns:a16="http://schemas.microsoft.com/office/drawing/2014/main" id="{40537E1F-61F8-DF51-2C47-F26F510FB631}"/>
                </a:ext>
              </a:extLst>
            </p:cNvPr>
            <p:cNvSpPr txBox="1"/>
            <p:nvPr/>
          </p:nvSpPr>
          <p:spPr>
            <a:xfrm>
              <a:off x="9086838" y="639279"/>
              <a:ext cx="4745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0000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N</a:t>
              </a:r>
              <a:endParaRPr lang="zh-TW" altLang="en-US" sz="1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63" name="文字方塊 62">
              <a:extLst>
                <a:ext uri="{FF2B5EF4-FFF2-40B4-BE49-F238E27FC236}">
                  <a16:creationId xmlns:a16="http://schemas.microsoft.com/office/drawing/2014/main" id="{3AFB4B2C-922F-520D-EDE8-A36FC05FEFAB}"/>
                </a:ext>
              </a:extLst>
            </p:cNvPr>
            <p:cNvSpPr txBox="1"/>
            <p:nvPr/>
          </p:nvSpPr>
          <p:spPr>
            <a:xfrm>
              <a:off x="9974071" y="359367"/>
              <a:ext cx="4745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0000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Y</a:t>
              </a:r>
              <a:endParaRPr lang="zh-TW" altLang="en-US" sz="1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135" name="文字方塊 134">
            <a:extLst>
              <a:ext uri="{FF2B5EF4-FFF2-40B4-BE49-F238E27FC236}">
                <a16:creationId xmlns:a16="http://schemas.microsoft.com/office/drawing/2014/main" id="{105192BD-1761-3A9B-38F5-83BF3A6C3CA8}"/>
              </a:ext>
            </a:extLst>
          </p:cNvPr>
          <p:cNvSpPr txBox="1"/>
          <p:nvPr/>
        </p:nvSpPr>
        <p:spPr>
          <a:xfrm>
            <a:off x="2888230" y="1183515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Init </a:t>
            </a:r>
            <a:endParaRPr lang="zh-TW" altLang="en-US" dirty="0"/>
          </a:p>
        </p:txBody>
      </p:sp>
      <p:sp>
        <p:nvSpPr>
          <p:cNvPr id="136" name="文字方塊 135">
            <a:extLst>
              <a:ext uri="{FF2B5EF4-FFF2-40B4-BE49-F238E27FC236}">
                <a16:creationId xmlns:a16="http://schemas.microsoft.com/office/drawing/2014/main" id="{B121514B-D1D2-D1EF-562C-2374220EE4AD}"/>
              </a:ext>
            </a:extLst>
          </p:cNvPr>
          <p:cNvSpPr txBox="1"/>
          <p:nvPr/>
        </p:nvSpPr>
        <p:spPr>
          <a:xfrm>
            <a:off x="7242606" y="7981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Loop</a:t>
            </a:r>
          </a:p>
        </p:txBody>
      </p:sp>
      <p:cxnSp>
        <p:nvCxnSpPr>
          <p:cNvPr id="140" name="肘形接點 189">
            <a:extLst>
              <a:ext uri="{FF2B5EF4-FFF2-40B4-BE49-F238E27FC236}">
                <a16:creationId xmlns:a16="http://schemas.microsoft.com/office/drawing/2014/main" id="{3EBA0ECD-C71B-5DBA-58B3-0B42BC523FF5}"/>
              </a:ext>
            </a:extLst>
          </p:cNvPr>
          <p:cNvCxnSpPr>
            <a:cxnSpLocks/>
            <a:stCxn id="18" idx="2"/>
            <a:endCxn id="9" idx="3"/>
          </p:cNvCxnSpPr>
          <p:nvPr/>
        </p:nvCxnSpPr>
        <p:spPr>
          <a:xfrm rot="5400000" flipH="1" flipV="1">
            <a:off x="2068484" y="3091465"/>
            <a:ext cx="6205574" cy="720345"/>
          </a:xfrm>
          <a:prstGeom prst="bentConnector4">
            <a:avLst>
              <a:gd name="adj1" fmla="val -3684"/>
              <a:gd name="adj2" fmla="val 37918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0657368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群組 16"/>
          <p:cNvGrpSpPr/>
          <p:nvPr/>
        </p:nvGrpSpPr>
        <p:grpSpPr>
          <a:xfrm>
            <a:off x="3383888" y="688082"/>
            <a:ext cx="3415986" cy="5464443"/>
            <a:chOff x="3858021" y="241297"/>
            <a:chExt cx="3974584" cy="6358014"/>
          </a:xfrm>
        </p:grpSpPr>
        <p:pic>
          <p:nvPicPr>
            <p:cNvPr id="2" name="圖片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58021" y="241297"/>
              <a:ext cx="3974584" cy="6358014"/>
            </a:xfrm>
            <a:prstGeom prst="rect">
              <a:avLst/>
            </a:prstGeom>
          </p:spPr>
        </p:pic>
        <p:sp>
          <p:nvSpPr>
            <p:cNvPr id="198" name="矩形 197"/>
            <p:cNvSpPr/>
            <p:nvPr/>
          </p:nvSpPr>
          <p:spPr>
            <a:xfrm>
              <a:off x="3936423" y="4789086"/>
              <a:ext cx="3810337" cy="30375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4" name="文字方塊 3"/>
          <p:cNvSpPr txBox="1"/>
          <p:nvPr/>
        </p:nvSpPr>
        <p:spPr>
          <a:xfrm>
            <a:off x="5381535" y="4801785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#533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254" name="矩形 253"/>
          <p:cNvSpPr/>
          <p:nvPr/>
        </p:nvSpPr>
        <p:spPr>
          <a:xfrm>
            <a:off x="43781" y="0"/>
            <a:ext cx="2707886" cy="8796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graphicFrame>
        <p:nvGraphicFramePr>
          <p:cNvPr id="249" name="表格 2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158109"/>
              </p:ext>
            </p:extLst>
          </p:nvPr>
        </p:nvGraphicFramePr>
        <p:xfrm>
          <a:off x="8557209" y="1001818"/>
          <a:ext cx="3634792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0046">
                  <a:extLst>
                    <a:ext uri="{9D8B030D-6E8A-4147-A177-3AD203B41FA5}">
                      <a16:colId xmlns:a16="http://schemas.microsoft.com/office/drawing/2014/main" val="2408699251"/>
                    </a:ext>
                  </a:extLst>
                </a:gridCol>
                <a:gridCol w="2874746">
                  <a:extLst>
                    <a:ext uri="{9D8B030D-6E8A-4147-A177-3AD203B41FA5}">
                      <a16:colId xmlns:a16="http://schemas.microsoft.com/office/drawing/2014/main" val="2178993153"/>
                    </a:ext>
                  </a:extLst>
                </a:gridCol>
              </a:tblGrid>
              <a:tr h="229190">
                <a:tc>
                  <a:txBody>
                    <a:bodyPr/>
                    <a:lstStyle/>
                    <a:p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說明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1999114"/>
                  </a:ext>
                </a:extLst>
              </a:tr>
              <a:tr h="229190">
                <a:tc>
                  <a:txBody>
                    <a:bodyPr/>
                    <a:lstStyle/>
                    <a:p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0x1F52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就緒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=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?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8915013"/>
                  </a:ext>
                </a:extLst>
              </a:tr>
              <a:tr h="229190">
                <a:tc>
                  <a:txBody>
                    <a:bodyPr/>
                    <a:lstStyle/>
                    <a:p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0x68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76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DI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控制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=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  → 啟動擰緊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2315762"/>
                  </a:ext>
                </a:extLst>
              </a:tr>
              <a:tr h="229190">
                <a:tc>
                  <a:txBody>
                    <a:bodyPr/>
                    <a:lstStyle/>
                    <a:p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0x67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76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DI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狀態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=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?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→ 確認已啟動擰緊訊號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5451026"/>
                  </a:ext>
                </a:extLst>
              </a:tr>
              <a:tr h="229190">
                <a:tc>
                  <a:txBody>
                    <a:bodyPr/>
                    <a:lstStyle/>
                    <a:p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76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執行擰緊動作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9496339"/>
                  </a:ext>
                </a:extLst>
              </a:tr>
              <a:tr h="229190">
                <a:tc>
                  <a:txBody>
                    <a:bodyPr/>
                    <a:lstStyle/>
                    <a:p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0x1F5D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76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鎖付狀態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= 1 or 2 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6758839"/>
                  </a:ext>
                </a:extLst>
              </a:tr>
              <a:tr h="229190">
                <a:tc>
                  <a:txBody>
                    <a:bodyPr/>
                    <a:lstStyle/>
                    <a:p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0x24</a:t>
                      </a:r>
                    </a:p>
                    <a:p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0x1F46,0x1F47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76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總旋轉角度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0x24</a:t>
                      </a:r>
                    </a:p>
                    <a:p>
                      <a:pPr marL="0" marR="0" lvl="0" indent="0" algn="l" defTabSz="12176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最終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+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補償扭矩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(0x1F47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值*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65536+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0x1F46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值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)/1000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884929"/>
                  </a:ext>
                </a:extLst>
              </a:tr>
              <a:tr h="229190">
                <a:tc>
                  <a:txBody>
                    <a:bodyPr/>
                    <a:lstStyle/>
                    <a:p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0x68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76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DI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控制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=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 → 關閉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DI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訊號擰緊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4046126"/>
                  </a:ext>
                </a:extLst>
              </a:tr>
              <a:tr h="229190">
                <a:tc>
                  <a:txBody>
                    <a:bodyPr/>
                    <a:lstStyle/>
                    <a:p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0x67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76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DI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狀態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=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?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→ 確認已清除啟動擰緊訊號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503694"/>
                  </a:ext>
                </a:extLst>
              </a:tr>
            </a:tbl>
          </a:graphicData>
        </a:graphic>
      </p:graphicFrame>
      <p:sp>
        <p:nvSpPr>
          <p:cNvPr id="251" name="標題 1"/>
          <p:cNvSpPr txBox="1">
            <a:spLocks/>
          </p:cNvSpPr>
          <p:nvPr/>
        </p:nvSpPr>
        <p:spPr bwMode="auto">
          <a:xfrm>
            <a:off x="9641235" y="0"/>
            <a:ext cx="3247600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31" tIns="45665" rIns="91331" bIns="45665" numCol="1" anchor="t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267" b="1">
                <a:solidFill>
                  <a:srgbClr val="0087DC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267" b="1">
                <a:solidFill>
                  <a:srgbClr val="0087DC"/>
                </a:solidFill>
                <a:latin typeface="Arial" pitchFamily="34" charset="0"/>
                <a:ea typeface="新細明體" pitchFamily="18" charset="-120"/>
                <a:cs typeface="Arial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267" b="1">
                <a:solidFill>
                  <a:srgbClr val="0087DC"/>
                </a:solidFill>
                <a:latin typeface="Arial" pitchFamily="34" charset="0"/>
                <a:ea typeface="新細明體" pitchFamily="18" charset="-120"/>
                <a:cs typeface="Arial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267" b="1">
                <a:solidFill>
                  <a:srgbClr val="0087DC"/>
                </a:solidFill>
                <a:latin typeface="Arial" pitchFamily="34" charset="0"/>
                <a:ea typeface="新細明體" pitchFamily="18" charset="-120"/>
                <a:cs typeface="Arial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267" b="1">
                <a:solidFill>
                  <a:srgbClr val="0087DC"/>
                </a:solidFill>
                <a:latin typeface="Arial" pitchFamily="34" charset="0"/>
                <a:ea typeface="新細明體" pitchFamily="18" charset="-120"/>
                <a:cs typeface="Arial" pitchFamily="34" charset="0"/>
              </a:defRPr>
            </a:lvl5pPr>
            <a:lvl6pPr marL="608835"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267" b="1">
                <a:solidFill>
                  <a:srgbClr val="0099FF"/>
                </a:solidFill>
                <a:latin typeface="Arial" pitchFamily="34" charset="0"/>
                <a:ea typeface="新細明體" pitchFamily="18" charset="-120"/>
                <a:cs typeface="Arial" pitchFamily="34" charset="0"/>
              </a:defRPr>
            </a:lvl6pPr>
            <a:lvl7pPr marL="1217670"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267" b="1">
                <a:solidFill>
                  <a:srgbClr val="0099FF"/>
                </a:solidFill>
                <a:latin typeface="Arial" pitchFamily="34" charset="0"/>
                <a:ea typeface="新細明體" pitchFamily="18" charset="-120"/>
                <a:cs typeface="Arial" pitchFamily="34" charset="0"/>
              </a:defRPr>
            </a:lvl7pPr>
            <a:lvl8pPr marL="1826517"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267" b="1">
                <a:solidFill>
                  <a:srgbClr val="0099FF"/>
                </a:solidFill>
                <a:latin typeface="Arial" pitchFamily="34" charset="0"/>
                <a:ea typeface="新細明體" pitchFamily="18" charset="-120"/>
                <a:cs typeface="Arial" pitchFamily="34" charset="0"/>
              </a:defRPr>
            </a:lvl8pPr>
            <a:lvl9pPr marL="2435347"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267" b="1">
                <a:solidFill>
                  <a:srgbClr val="0099FF"/>
                </a:solidFill>
                <a:latin typeface="Arial" pitchFamily="34" charset="0"/>
                <a:ea typeface="新細明體" pitchFamily="18" charset="-120"/>
                <a:cs typeface="Arial" pitchFamily="34" charset="0"/>
              </a:defRPr>
            </a:lvl9pPr>
          </a:lstStyle>
          <a:p>
            <a:r>
              <a:rPr lang="en-US" altLang="zh-TW" b="0" dirty="0"/>
              <a:t>Detail</a:t>
            </a:r>
            <a:endParaRPr lang="zh-TW" altLang="en-US" sz="3600" kern="0" dirty="0"/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9BF53628-1673-48D5-0384-9BF3B7666CF9}"/>
              </a:ext>
            </a:extLst>
          </p:cNvPr>
          <p:cNvGrpSpPr/>
          <p:nvPr/>
        </p:nvGrpSpPr>
        <p:grpSpPr>
          <a:xfrm>
            <a:off x="9961" y="723900"/>
            <a:ext cx="3311203" cy="1673253"/>
            <a:chOff x="7341715" y="285812"/>
            <a:chExt cx="3311203" cy="1673253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7862D8B9-B254-0E29-D902-7A654639F16C}"/>
                </a:ext>
              </a:extLst>
            </p:cNvPr>
            <p:cNvSpPr/>
            <p:nvPr/>
          </p:nvSpPr>
          <p:spPr>
            <a:xfrm>
              <a:off x="7341715" y="285812"/>
              <a:ext cx="3263588" cy="1573526"/>
            </a:xfrm>
            <a:prstGeom prst="rect">
              <a:avLst/>
            </a:prstGeom>
            <a:ln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6" name="肘形接點 189">
              <a:extLst>
                <a:ext uri="{FF2B5EF4-FFF2-40B4-BE49-F238E27FC236}">
                  <a16:creationId xmlns:a16="http://schemas.microsoft.com/office/drawing/2014/main" id="{2181E7B7-9402-3F76-B81B-D3C35968F930}"/>
                </a:ext>
              </a:extLst>
            </p:cNvPr>
            <p:cNvCxnSpPr>
              <a:cxnSpLocks/>
              <a:stCxn id="7" idx="2"/>
            </p:cNvCxnSpPr>
            <p:nvPr/>
          </p:nvCxnSpPr>
          <p:spPr>
            <a:xfrm rot="5400000">
              <a:off x="7647433" y="1366969"/>
              <a:ext cx="1177173" cy="7020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BCE700F4-9E91-6F89-7FE3-80D20370FEE5}"/>
                </a:ext>
              </a:extLst>
            </p:cNvPr>
            <p:cNvSpPr/>
            <p:nvPr/>
          </p:nvSpPr>
          <p:spPr>
            <a:xfrm>
              <a:off x="7392217" y="353956"/>
              <a:ext cx="1694623" cy="42793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#533 </a:t>
              </a:r>
              <a:r>
                <a:rPr lang="zh-TW" altLang="en-US" sz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單顆鎖付</a:t>
              </a:r>
              <a:r>
                <a:rPr lang="en-US" altLang="zh-TW" sz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(</a:t>
              </a:r>
              <a:r>
                <a:rPr lang="zh-TW" altLang="en-US" sz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擰緊</a:t>
              </a:r>
              <a:r>
                <a:rPr lang="en-US" altLang="zh-TW" sz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)</a:t>
              </a:r>
              <a:r>
                <a:rPr lang="zh-TW" altLang="en-US" sz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完成限制工具啟動</a:t>
              </a:r>
              <a:endPara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8" name="菱形 7">
              <a:extLst>
                <a:ext uri="{FF2B5EF4-FFF2-40B4-BE49-F238E27FC236}">
                  <a16:creationId xmlns:a16="http://schemas.microsoft.com/office/drawing/2014/main" id="{5F11B626-18B4-59E8-213C-945CE611830D}"/>
                </a:ext>
              </a:extLst>
            </p:cNvPr>
            <p:cNvSpPr/>
            <p:nvPr/>
          </p:nvSpPr>
          <p:spPr>
            <a:xfrm>
              <a:off x="7607521" y="1170480"/>
              <a:ext cx="1289022" cy="578498"/>
            </a:xfrm>
            <a:prstGeom prst="diamond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F53E56A7-CEED-93BB-7EE2-FECA7E622452}"/>
                </a:ext>
              </a:extLst>
            </p:cNvPr>
            <p:cNvSpPr txBox="1"/>
            <p:nvPr/>
          </p:nvSpPr>
          <p:spPr>
            <a:xfrm>
              <a:off x="7536456" y="1206430"/>
              <a:ext cx="143115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0xCF=533</a:t>
              </a: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0xD0=1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0F229326-2E5F-C766-EDBD-343ADA4B6B8E}"/>
                </a:ext>
              </a:extLst>
            </p:cNvPr>
            <p:cNvSpPr/>
            <p:nvPr/>
          </p:nvSpPr>
          <p:spPr>
            <a:xfrm>
              <a:off x="7392217" y="815495"/>
              <a:ext cx="1694623" cy="278159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讀取狀態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0xCF~D1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11" name="肘形接點 198">
              <a:extLst>
                <a:ext uri="{FF2B5EF4-FFF2-40B4-BE49-F238E27FC236}">
                  <a16:creationId xmlns:a16="http://schemas.microsoft.com/office/drawing/2014/main" id="{4E54796F-3043-FFB9-6FD0-AFDA179CC3E5}"/>
                </a:ext>
              </a:extLst>
            </p:cNvPr>
            <p:cNvCxnSpPr>
              <a:cxnSpLocks/>
              <a:stCxn id="9" idx="3"/>
              <a:endCxn id="12" idx="2"/>
            </p:cNvCxnSpPr>
            <p:nvPr/>
          </p:nvCxnSpPr>
          <p:spPr>
            <a:xfrm flipV="1">
              <a:off x="8967609" y="1170786"/>
              <a:ext cx="943626" cy="297254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菱形 11">
              <a:extLst>
                <a:ext uri="{FF2B5EF4-FFF2-40B4-BE49-F238E27FC236}">
                  <a16:creationId xmlns:a16="http://schemas.microsoft.com/office/drawing/2014/main" id="{94C305B9-D898-1E13-4C9C-7DBF4154F3E7}"/>
                </a:ext>
              </a:extLst>
            </p:cNvPr>
            <p:cNvSpPr/>
            <p:nvPr/>
          </p:nvSpPr>
          <p:spPr>
            <a:xfrm>
              <a:off x="9266724" y="715127"/>
              <a:ext cx="1289022" cy="455659"/>
            </a:xfrm>
            <a:prstGeom prst="diamond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09DFEC54-D75F-CC4B-E7DD-142769FCC15F}"/>
                </a:ext>
              </a:extLst>
            </p:cNvPr>
            <p:cNvSpPr txBox="1"/>
            <p:nvPr/>
          </p:nvSpPr>
          <p:spPr>
            <a:xfrm>
              <a:off x="9221765" y="794048"/>
              <a:ext cx="143115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詢問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100</a:t>
              </a: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次</a:t>
              </a: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6BA8F2BE-5BD3-DFAD-0CB6-829B09BF616F}"/>
                </a:ext>
              </a:extLst>
            </p:cNvPr>
            <p:cNvSpPr/>
            <p:nvPr/>
          </p:nvSpPr>
          <p:spPr>
            <a:xfrm>
              <a:off x="9280724" y="1261286"/>
              <a:ext cx="1229641" cy="353529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延遲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30ms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15" name="肘形接點 203">
              <a:extLst>
                <a:ext uri="{FF2B5EF4-FFF2-40B4-BE49-F238E27FC236}">
                  <a16:creationId xmlns:a16="http://schemas.microsoft.com/office/drawing/2014/main" id="{2A3CE43F-0456-4D56-92C2-3E27A356F293}"/>
                </a:ext>
              </a:extLst>
            </p:cNvPr>
            <p:cNvCxnSpPr>
              <a:cxnSpLocks/>
              <a:stCxn id="13" idx="1"/>
              <a:endCxn id="10" idx="3"/>
            </p:cNvCxnSpPr>
            <p:nvPr/>
          </p:nvCxnSpPr>
          <p:spPr>
            <a:xfrm rot="10800000" flipV="1">
              <a:off x="9086841" y="947937"/>
              <a:ext cx="134925" cy="6638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肘形接點 204">
              <a:extLst>
                <a:ext uri="{FF2B5EF4-FFF2-40B4-BE49-F238E27FC236}">
                  <a16:creationId xmlns:a16="http://schemas.microsoft.com/office/drawing/2014/main" id="{6CD4D1A6-E482-49C9-B8B3-174EAF52CE77}"/>
                </a:ext>
              </a:extLst>
            </p:cNvPr>
            <p:cNvCxnSpPr>
              <a:cxnSpLocks/>
              <a:stCxn id="12" idx="0"/>
              <a:endCxn id="7" idx="3"/>
            </p:cNvCxnSpPr>
            <p:nvPr/>
          </p:nvCxnSpPr>
          <p:spPr>
            <a:xfrm rot="16200000" flipV="1">
              <a:off x="9425437" y="229328"/>
              <a:ext cx="147202" cy="824395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CFAAD59C-4518-12E1-F375-833506BB7ED7}"/>
                </a:ext>
              </a:extLst>
            </p:cNvPr>
            <p:cNvSpPr txBox="1"/>
            <p:nvPr/>
          </p:nvSpPr>
          <p:spPr>
            <a:xfrm>
              <a:off x="8188393" y="1612923"/>
              <a:ext cx="52340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0000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Y</a:t>
              </a:r>
              <a:endParaRPr lang="zh-TW" altLang="en-US" sz="1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9" name="文字方塊 18">
              <a:extLst>
                <a:ext uri="{FF2B5EF4-FFF2-40B4-BE49-F238E27FC236}">
                  <a16:creationId xmlns:a16="http://schemas.microsoft.com/office/drawing/2014/main" id="{A49381E0-597D-1E82-7167-C467A7FE0A10}"/>
                </a:ext>
              </a:extLst>
            </p:cNvPr>
            <p:cNvSpPr txBox="1"/>
            <p:nvPr/>
          </p:nvSpPr>
          <p:spPr>
            <a:xfrm>
              <a:off x="8887993" y="1240629"/>
              <a:ext cx="4745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0000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N</a:t>
              </a:r>
              <a:endParaRPr lang="zh-TW" altLang="en-US" sz="1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0" name="文字方塊 19">
              <a:extLst>
                <a:ext uri="{FF2B5EF4-FFF2-40B4-BE49-F238E27FC236}">
                  <a16:creationId xmlns:a16="http://schemas.microsoft.com/office/drawing/2014/main" id="{707E4902-C617-872E-D96E-7CE07666C891}"/>
                </a:ext>
              </a:extLst>
            </p:cNvPr>
            <p:cNvSpPr txBox="1"/>
            <p:nvPr/>
          </p:nvSpPr>
          <p:spPr>
            <a:xfrm>
              <a:off x="9086838" y="639279"/>
              <a:ext cx="4745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0000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N</a:t>
              </a:r>
              <a:endParaRPr lang="zh-TW" altLang="en-US" sz="1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1" name="文字方塊 20">
              <a:extLst>
                <a:ext uri="{FF2B5EF4-FFF2-40B4-BE49-F238E27FC236}">
                  <a16:creationId xmlns:a16="http://schemas.microsoft.com/office/drawing/2014/main" id="{D1A2F234-BF62-2A03-6BA4-B95658CEDE28}"/>
                </a:ext>
              </a:extLst>
            </p:cNvPr>
            <p:cNvSpPr txBox="1"/>
            <p:nvPr/>
          </p:nvSpPr>
          <p:spPr>
            <a:xfrm>
              <a:off x="9974071" y="359367"/>
              <a:ext cx="4745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0000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Y</a:t>
              </a:r>
              <a:endParaRPr lang="zh-TW" altLang="en-US" sz="1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cxnSp>
        <p:nvCxnSpPr>
          <p:cNvPr id="22" name="肘形接點 5">
            <a:extLst>
              <a:ext uri="{FF2B5EF4-FFF2-40B4-BE49-F238E27FC236}">
                <a16:creationId xmlns:a16="http://schemas.microsoft.com/office/drawing/2014/main" id="{8A97D727-8774-29E5-8731-06D6DC0B4A61}"/>
              </a:ext>
            </a:extLst>
          </p:cNvPr>
          <p:cNvCxnSpPr>
            <a:cxnSpLocks/>
            <a:stCxn id="25" idx="2"/>
            <a:endCxn id="26" idx="0"/>
          </p:cNvCxnSpPr>
          <p:nvPr/>
        </p:nvCxnSpPr>
        <p:spPr>
          <a:xfrm rot="5400000">
            <a:off x="5725805" y="3039160"/>
            <a:ext cx="3957344" cy="2917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74E7F95F-3F6F-9A39-FF04-8C1B1F6852DE}"/>
              </a:ext>
            </a:extLst>
          </p:cNvPr>
          <p:cNvSpPr/>
          <p:nvPr/>
        </p:nvSpPr>
        <p:spPr>
          <a:xfrm>
            <a:off x="6961600" y="1309830"/>
            <a:ext cx="1502229" cy="6508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DI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控制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0x68 set 1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" name="菱形 23">
            <a:extLst>
              <a:ext uri="{FF2B5EF4-FFF2-40B4-BE49-F238E27FC236}">
                <a16:creationId xmlns:a16="http://schemas.microsoft.com/office/drawing/2014/main" id="{3AF0481C-770D-1898-FFE9-5978EAFB334C}"/>
              </a:ext>
            </a:extLst>
          </p:cNvPr>
          <p:cNvSpPr/>
          <p:nvPr/>
        </p:nvSpPr>
        <p:spPr>
          <a:xfrm>
            <a:off x="7074553" y="552680"/>
            <a:ext cx="1289022" cy="578498"/>
          </a:xfrm>
          <a:prstGeom prst="diamon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4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7B39B28F-F3D3-0C1F-CA48-220722D14444}"/>
              </a:ext>
            </a:extLst>
          </p:cNvPr>
          <p:cNvSpPr txBox="1"/>
          <p:nvPr/>
        </p:nvSpPr>
        <p:spPr>
          <a:xfrm>
            <a:off x="7045377" y="551857"/>
            <a:ext cx="13473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就緒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0x1F52 = 1 ?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菱形 25">
            <a:extLst>
              <a:ext uri="{FF2B5EF4-FFF2-40B4-BE49-F238E27FC236}">
                <a16:creationId xmlns:a16="http://schemas.microsoft.com/office/drawing/2014/main" id="{8EDBE7A3-85D9-9C01-DA48-4D2899008F4E}"/>
              </a:ext>
            </a:extLst>
          </p:cNvPr>
          <p:cNvSpPr/>
          <p:nvPr/>
        </p:nvSpPr>
        <p:spPr>
          <a:xfrm>
            <a:off x="7045377" y="5032421"/>
            <a:ext cx="1289022" cy="578498"/>
          </a:xfrm>
          <a:prstGeom prst="diamon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4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2FC048E7-EAC7-589D-311B-356D9C7635D5}"/>
              </a:ext>
            </a:extLst>
          </p:cNvPr>
          <p:cNvSpPr txBox="1"/>
          <p:nvPr/>
        </p:nvSpPr>
        <p:spPr>
          <a:xfrm>
            <a:off x="7039026" y="5080332"/>
            <a:ext cx="13473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DI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狀態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0x67 = 0 ?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8" name="菱形 27">
            <a:extLst>
              <a:ext uri="{FF2B5EF4-FFF2-40B4-BE49-F238E27FC236}">
                <a16:creationId xmlns:a16="http://schemas.microsoft.com/office/drawing/2014/main" id="{2E9A97B3-7E02-E934-74B4-6404A5CF7B85}"/>
              </a:ext>
            </a:extLst>
          </p:cNvPr>
          <p:cNvSpPr/>
          <p:nvPr/>
        </p:nvSpPr>
        <p:spPr>
          <a:xfrm>
            <a:off x="7074553" y="2834118"/>
            <a:ext cx="1289022" cy="578498"/>
          </a:xfrm>
          <a:prstGeom prst="diamond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4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2A38F1F-1847-FEAE-91FE-02E84A270AD0}"/>
              </a:ext>
            </a:extLst>
          </p:cNvPr>
          <p:cNvSpPr/>
          <p:nvPr/>
        </p:nvSpPr>
        <p:spPr>
          <a:xfrm>
            <a:off x="6967950" y="4320075"/>
            <a:ext cx="1502229" cy="57849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DI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控制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0x68 set 0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0" name="菱形 29">
            <a:extLst>
              <a:ext uri="{FF2B5EF4-FFF2-40B4-BE49-F238E27FC236}">
                <a16:creationId xmlns:a16="http://schemas.microsoft.com/office/drawing/2014/main" id="{E286A49E-66A6-E246-7154-709F81231266}"/>
              </a:ext>
            </a:extLst>
          </p:cNvPr>
          <p:cNvSpPr/>
          <p:nvPr/>
        </p:nvSpPr>
        <p:spPr>
          <a:xfrm>
            <a:off x="7075330" y="2037663"/>
            <a:ext cx="1289022" cy="578498"/>
          </a:xfrm>
          <a:prstGeom prst="diamon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4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1A525779-5702-ADE9-A0CE-C2DF4A7470C3}"/>
              </a:ext>
            </a:extLst>
          </p:cNvPr>
          <p:cNvSpPr txBox="1"/>
          <p:nvPr/>
        </p:nvSpPr>
        <p:spPr>
          <a:xfrm>
            <a:off x="7068979" y="2085574"/>
            <a:ext cx="13473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DI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狀態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0x67 = 1 ?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8D080993-A23A-468C-61E8-57F82AD43FF7}"/>
              </a:ext>
            </a:extLst>
          </p:cNvPr>
          <p:cNvSpPr txBox="1"/>
          <p:nvPr/>
        </p:nvSpPr>
        <p:spPr>
          <a:xfrm>
            <a:off x="6876650" y="2855901"/>
            <a:ext cx="16227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鎖付狀態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0x1F5D = 1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or 2 ?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8E5F1E3A-C30E-46C1-F036-BE8ADA484FEA}"/>
              </a:ext>
            </a:extLst>
          </p:cNvPr>
          <p:cNvSpPr/>
          <p:nvPr/>
        </p:nvSpPr>
        <p:spPr>
          <a:xfrm>
            <a:off x="6952128" y="3520819"/>
            <a:ext cx="1502229" cy="6508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1.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讀取總角度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0x24</a:t>
            </a:r>
          </a:p>
          <a:p>
            <a:pPr algn="ctr"/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2.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讀取最終扭矩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0x1F46-0x1F47</a:t>
            </a:r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96616174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53D0A6E-06D1-0F31-D8A7-744BDA2DF1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F30919-0B1B-4905-A9C8-CBB53A334A4C}" type="slidenum">
              <a:rPr lang="zh-TW" altLang="en-US" smtClean="0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6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40B9983-138C-50A9-C48D-E56061C3F02F}"/>
              </a:ext>
            </a:extLst>
          </p:cNvPr>
          <p:cNvSpPr/>
          <p:nvPr/>
        </p:nvSpPr>
        <p:spPr>
          <a:xfrm>
            <a:off x="43781" y="0"/>
            <a:ext cx="2707886" cy="8796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AA72FC5C-CEF5-56AE-BD29-A14099526D81}"/>
              </a:ext>
            </a:extLst>
          </p:cNvPr>
          <p:cNvGrpSpPr/>
          <p:nvPr/>
        </p:nvGrpSpPr>
        <p:grpSpPr>
          <a:xfrm>
            <a:off x="43781" y="312233"/>
            <a:ext cx="3311203" cy="1839005"/>
            <a:chOff x="7341715" y="240450"/>
            <a:chExt cx="3311203" cy="1839005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D6F42B2-C0D6-D0AA-7129-E34DC87B7403}"/>
                </a:ext>
              </a:extLst>
            </p:cNvPr>
            <p:cNvSpPr/>
            <p:nvPr/>
          </p:nvSpPr>
          <p:spPr>
            <a:xfrm>
              <a:off x="7341715" y="240450"/>
              <a:ext cx="3263588" cy="1618888"/>
            </a:xfrm>
            <a:prstGeom prst="rect">
              <a:avLst/>
            </a:prstGeom>
            <a:ln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7" name="肘形接點 189">
              <a:extLst>
                <a:ext uri="{FF2B5EF4-FFF2-40B4-BE49-F238E27FC236}">
                  <a16:creationId xmlns:a16="http://schemas.microsoft.com/office/drawing/2014/main" id="{71498DD2-3C0C-554C-13E9-4CAB794500D4}"/>
                </a:ext>
              </a:extLst>
            </p:cNvPr>
            <p:cNvCxnSpPr>
              <a:cxnSpLocks/>
              <a:stCxn id="8" idx="2"/>
            </p:cNvCxnSpPr>
            <p:nvPr/>
          </p:nvCxnSpPr>
          <p:spPr>
            <a:xfrm rot="5400000">
              <a:off x="7560469" y="1394045"/>
              <a:ext cx="1358121" cy="12700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0BC44293-7287-5889-43F5-130A4D8E5CC7}"/>
                </a:ext>
              </a:extLst>
            </p:cNvPr>
            <p:cNvSpPr/>
            <p:nvPr/>
          </p:nvSpPr>
          <p:spPr>
            <a:xfrm>
              <a:off x="7392217" y="287048"/>
              <a:ext cx="1694623" cy="42793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#406 </a:t>
              </a:r>
              <a:r>
                <a:rPr lang="zh-TW" altLang="en-US" sz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解除工具限制操作</a:t>
              </a:r>
              <a:endPara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9" name="菱形 8">
              <a:extLst>
                <a:ext uri="{FF2B5EF4-FFF2-40B4-BE49-F238E27FC236}">
                  <a16:creationId xmlns:a16="http://schemas.microsoft.com/office/drawing/2014/main" id="{3B242630-4D80-36BC-95F4-DC63012C18F3}"/>
                </a:ext>
              </a:extLst>
            </p:cNvPr>
            <p:cNvSpPr/>
            <p:nvPr/>
          </p:nvSpPr>
          <p:spPr>
            <a:xfrm>
              <a:off x="7607521" y="1170480"/>
              <a:ext cx="1289022" cy="578498"/>
            </a:xfrm>
            <a:prstGeom prst="diamond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8C2F4962-0993-1FFC-D327-A1E626803D23}"/>
                </a:ext>
              </a:extLst>
            </p:cNvPr>
            <p:cNvSpPr txBox="1"/>
            <p:nvPr/>
          </p:nvSpPr>
          <p:spPr>
            <a:xfrm>
              <a:off x="7536456" y="1206430"/>
              <a:ext cx="143115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0xCF=406</a:t>
              </a: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0xD0=1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89B91758-46DC-7FEC-6CD9-795AF592ED78}"/>
                </a:ext>
              </a:extLst>
            </p:cNvPr>
            <p:cNvSpPr/>
            <p:nvPr/>
          </p:nvSpPr>
          <p:spPr>
            <a:xfrm>
              <a:off x="7392217" y="768469"/>
              <a:ext cx="1694623" cy="325185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讀取狀態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0xCF~D1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12" name="肘形接點 198">
              <a:extLst>
                <a:ext uri="{FF2B5EF4-FFF2-40B4-BE49-F238E27FC236}">
                  <a16:creationId xmlns:a16="http://schemas.microsoft.com/office/drawing/2014/main" id="{F0C7E8FF-4612-198D-0227-EDF550B3A346}"/>
                </a:ext>
              </a:extLst>
            </p:cNvPr>
            <p:cNvCxnSpPr>
              <a:stCxn id="10" idx="3"/>
              <a:endCxn id="13" idx="2"/>
            </p:cNvCxnSpPr>
            <p:nvPr/>
          </p:nvCxnSpPr>
          <p:spPr>
            <a:xfrm flipV="1">
              <a:off x="8967609" y="1181937"/>
              <a:ext cx="943626" cy="286103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菱形 12">
              <a:extLst>
                <a:ext uri="{FF2B5EF4-FFF2-40B4-BE49-F238E27FC236}">
                  <a16:creationId xmlns:a16="http://schemas.microsoft.com/office/drawing/2014/main" id="{638B6D75-F7B3-06B8-E889-27D3672BEA0A}"/>
                </a:ext>
              </a:extLst>
            </p:cNvPr>
            <p:cNvSpPr/>
            <p:nvPr/>
          </p:nvSpPr>
          <p:spPr>
            <a:xfrm>
              <a:off x="9266724" y="655240"/>
              <a:ext cx="1289022" cy="526697"/>
            </a:xfrm>
            <a:prstGeom prst="diamond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2D16B006-4768-ADC5-EE44-8A911A926883}"/>
                </a:ext>
              </a:extLst>
            </p:cNvPr>
            <p:cNvSpPr txBox="1"/>
            <p:nvPr/>
          </p:nvSpPr>
          <p:spPr>
            <a:xfrm>
              <a:off x="9221765" y="760595"/>
              <a:ext cx="143115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詢問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100</a:t>
              </a: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次</a:t>
              </a: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A08C4017-26D7-4630-5CCF-FB78D1DF49A1}"/>
                </a:ext>
              </a:extLst>
            </p:cNvPr>
            <p:cNvSpPr/>
            <p:nvPr/>
          </p:nvSpPr>
          <p:spPr>
            <a:xfrm>
              <a:off x="9280724" y="1261286"/>
              <a:ext cx="1229641" cy="353529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延遲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30ms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16" name="肘形接點 203">
              <a:extLst>
                <a:ext uri="{FF2B5EF4-FFF2-40B4-BE49-F238E27FC236}">
                  <a16:creationId xmlns:a16="http://schemas.microsoft.com/office/drawing/2014/main" id="{D05FD109-9AB2-13BE-B256-86FFF96AD51B}"/>
                </a:ext>
              </a:extLst>
            </p:cNvPr>
            <p:cNvCxnSpPr>
              <a:cxnSpLocks/>
              <a:stCxn id="14" idx="1"/>
              <a:endCxn id="11" idx="3"/>
            </p:cNvCxnSpPr>
            <p:nvPr/>
          </p:nvCxnSpPr>
          <p:spPr>
            <a:xfrm rot="10800000" flipV="1">
              <a:off x="9086841" y="914484"/>
              <a:ext cx="134925" cy="16578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肘形接點 204">
              <a:extLst>
                <a:ext uri="{FF2B5EF4-FFF2-40B4-BE49-F238E27FC236}">
                  <a16:creationId xmlns:a16="http://schemas.microsoft.com/office/drawing/2014/main" id="{28333E8E-3750-4B67-FE19-4F78127DC3CB}"/>
                </a:ext>
              </a:extLst>
            </p:cNvPr>
            <p:cNvCxnSpPr>
              <a:cxnSpLocks/>
              <a:stCxn id="13" idx="0"/>
              <a:endCxn id="8" idx="3"/>
            </p:cNvCxnSpPr>
            <p:nvPr/>
          </p:nvCxnSpPr>
          <p:spPr>
            <a:xfrm rot="16200000" flipV="1">
              <a:off x="9421927" y="165931"/>
              <a:ext cx="154223" cy="824395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0E1FBD6F-5FD2-E659-176F-AE28B64E8E8D}"/>
                </a:ext>
              </a:extLst>
            </p:cNvPr>
            <p:cNvSpPr txBox="1"/>
            <p:nvPr/>
          </p:nvSpPr>
          <p:spPr>
            <a:xfrm>
              <a:off x="8188393" y="1612923"/>
              <a:ext cx="52340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0000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Y</a:t>
              </a:r>
              <a:endParaRPr lang="zh-TW" altLang="en-US" sz="1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9" name="文字方塊 18">
              <a:extLst>
                <a:ext uri="{FF2B5EF4-FFF2-40B4-BE49-F238E27FC236}">
                  <a16:creationId xmlns:a16="http://schemas.microsoft.com/office/drawing/2014/main" id="{1A2DA0ED-6B07-6B83-15F9-36AC03800F85}"/>
                </a:ext>
              </a:extLst>
            </p:cNvPr>
            <p:cNvSpPr txBox="1"/>
            <p:nvPr/>
          </p:nvSpPr>
          <p:spPr>
            <a:xfrm>
              <a:off x="8887993" y="1240629"/>
              <a:ext cx="4745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0000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N</a:t>
              </a:r>
              <a:endParaRPr lang="zh-TW" altLang="en-US" sz="1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0" name="文字方塊 19">
              <a:extLst>
                <a:ext uri="{FF2B5EF4-FFF2-40B4-BE49-F238E27FC236}">
                  <a16:creationId xmlns:a16="http://schemas.microsoft.com/office/drawing/2014/main" id="{11BA8E87-E202-F457-CD44-F39C1A088086}"/>
                </a:ext>
              </a:extLst>
            </p:cNvPr>
            <p:cNvSpPr txBox="1"/>
            <p:nvPr/>
          </p:nvSpPr>
          <p:spPr>
            <a:xfrm>
              <a:off x="9086838" y="639279"/>
              <a:ext cx="4745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0000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N</a:t>
              </a:r>
              <a:endParaRPr lang="zh-TW" altLang="en-US" sz="1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1" name="文字方塊 20">
              <a:extLst>
                <a:ext uri="{FF2B5EF4-FFF2-40B4-BE49-F238E27FC236}">
                  <a16:creationId xmlns:a16="http://schemas.microsoft.com/office/drawing/2014/main" id="{49B93891-69E6-91BB-2DB6-647541EB0A1C}"/>
                </a:ext>
              </a:extLst>
            </p:cNvPr>
            <p:cNvSpPr txBox="1"/>
            <p:nvPr/>
          </p:nvSpPr>
          <p:spPr>
            <a:xfrm>
              <a:off x="9974071" y="359367"/>
              <a:ext cx="4745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0000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Y</a:t>
              </a:r>
              <a:endParaRPr lang="zh-TW" altLang="en-US" sz="1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pic>
        <p:nvPicPr>
          <p:cNvPr id="26" name="圖片 25">
            <a:extLst>
              <a:ext uri="{FF2B5EF4-FFF2-40B4-BE49-F238E27FC236}">
                <a16:creationId xmlns:a16="http://schemas.microsoft.com/office/drawing/2014/main" id="{F49AA2D3-D092-E6E0-8A91-EDC8EEF4F2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83" y="2283352"/>
            <a:ext cx="4587638" cy="3528366"/>
          </a:xfrm>
          <a:prstGeom prst="rect">
            <a:avLst/>
          </a:prstGeom>
        </p:spPr>
      </p:pic>
      <p:sp>
        <p:nvSpPr>
          <p:cNvPr id="27" name="標題 1">
            <a:extLst>
              <a:ext uri="{FF2B5EF4-FFF2-40B4-BE49-F238E27FC236}">
                <a16:creationId xmlns:a16="http://schemas.microsoft.com/office/drawing/2014/main" id="{0E26AE82-052A-3CB6-8131-ED1E4BA2E68D}"/>
              </a:ext>
            </a:extLst>
          </p:cNvPr>
          <p:cNvSpPr txBox="1">
            <a:spLocks/>
          </p:cNvSpPr>
          <p:nvPr/>
        </p:nvSpPr>
        <p:spPr bwMode="auto">
          <a:xfrm>
            <a:off x="9641235" y="0"/>
            <a:ext cx="3247600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31" tIns="45665" rIns="91331" bIns="45665" numCol="1" anchor="t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267" b="1">
                <a:solidFill>
                  <a:srgbClr val="0087DC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267" b="1">
                <a:solidFill>
                  <a:srgbClr val="0087DC"/>
                </a:solidFill>
                <a:latin typeface="Arial" pitchFamily="34" charset="0"/>
                <a:ea typeface="新細明體" pitchFamily="18" charset="-120"/>
                <a:cs typeface="Arial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267" b="1">
                <a:solidFill>
                  <a:srgbClr val="0087DC"/>
                </a:solidFill>
                <a:latin typeface="Arial" pitchFamily="34" charset="0"/>
                <a:ea typeface="新細明體" pitchFamily="18" charset="-120"/>
                <a:cs typeface="Arial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267" b="1">
                <a:solidFill>
                  <a:srgbClr val="0087DC"/>
                </a:solidFill>
                <a:latin typeface="Arial" pitchFamily="34" charset="0"/>
                <a:ea typeface="新細明體" pitchFamily="18" charset="-120"/>
                <a:cs typeface="Arial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267" b="1">
                <a:solidFill>
                  <a:srgbClr val="0087DC"/>
                </a:solidFill>
                <a:latin typeface="Arial" pitchFamily="34" charset="0"/>
                <a:ea typeface="新細明體" pitchFamily="18" charset="-120"/>
                <a:cs typeface="Arial" pitchFamily="34" charset="0"/>
              </a:defRPr>
            </a:lvl5pPr>
            <a:lvl6pPr marL="608835"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267" b="1">
                <a:solidFill>
                  <a:srgbClr val="0099FF"/>
                </a:solidFill>
                <a:latin typeface="Arial" pitchFamily="34" charset="0"/>
                <a:ea typeface="新細明體" pitchFamily="18" charset="-120"/>
                <a:cs typeface="Arial" pitchFamily="34" charset="0"/>
              </a:defRPr>
            </a:lvl6pPr>
            <a:lvl7pPr marL="1217670"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267" b="1">
                <a:solidFill>
                  <a:srgbClr val="0099FF"/>
                </a:solidFill>
                <a:latin typeface="Arial" pitchFamily="34" charset="0"/>
                <a:ea typeface="新細明體" pitchFamily="18" charset="-120"/>
                <a:cs typeface="Arial" pitchFamily="34" charset="0"/>
              </a:defRPr>
            </a:lvl7pPr>
            <a:lvl8pPr marL="1826517"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267" b="1">
                <a:solidFill>
                  <a:srgbClr val="0099FF"/>
                </a:solidFill>
                <a:latin typeface="Arial" pitchFamily="34" charset="0"/>
                <a:ea typeface="新細明體" pitchFamily="18" charset="-120"/>
                <a:cs typeface="Arial" pitchFamily="34" charset="0"/>
              </a:defRPr>
            </a:lvl8pPr>
            <a:lvl9pPr marL="2435347"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267" b="1">
                <a:solidFill>
                  <a:srgbClr val="0099FF"/>
                </a:solidFill>
                <a:latin typeface="Arial" pitchFamily="34" charset="0"/>
                <a:ea typeface="新細明體" pitchFamily="18" charset="-120"/>
                <a:cs typeface="Arial" pitchFamily="34" charset="0"/>
              </a:defRPr>
            </a:lvl9pPr>
          </a:lstStyle>
          <a:p>
            <a:r>
              <a:rPr lang="en-US" altLang="zh-TW" b="0" dirty="0"/>
              <a:t>Detail</a:t>
            </a:r>
            <a:endParaRPr lang="zh-TW" altLang="en-US" sz="3600" kern="0" dirty="0"/>
          </a:p>
        </p:txBody>
      </p:sp>
    </p:spTree>
    <p:extLst>
      <p:ext uri="{BB962C8B-B14F-4D97-AF65-F5344CB8AC3E}">
        <p14:creationId xmlns:p14="http://schemas.microsoft.com/office/powerpoint/2010/main" val="1707937508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0435506"/>
      </p:ext>
    </p:extLst>
  </p:cSld>
  <p:clrMapOvr>
    <a:masterClrMapping/>
  </p:clrMapOvr>
</p:sld>
</file>

<file path=ppt/theme/theme1.xml><?xml version="1.0" encoding="utf-8"?>
<a:theme xmlns:a="http://schemas.openxmlformats.org/drawingml/2006/main" name="Detal1">
  <a:themeElements>
    <a:clrScheme name="自訂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訂設計">
      <a:majorFont>
        <a:latin typeface="Arial"/>
        <a:ea typeface="微軟正黑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Detal1" id="{2C98F15D-6280-4DE0-8509-1C168712CE1E}" vid="{6D6D3434-D159-4BE0-A442-99ABC5380B29}"/>
    </a:ext>
  </a:extLst>
</a:theme>
</file>

<file path=ppt/theme/theme2.xml><?xml version="1.0" encoding="utf-8"?>
<a:theme xmlns:a="http://schemas.openxmlformats.org/drawingml/2006/main" name="19_Office 佈景主題">
  <a:themeElements>
    <a:clrScheme name="19_Office 佈景主題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19_Office 佈景主題">
      <a:majorFont>
        <a:latin typeface="Arial"/>
        <a:ea typeface="新細明體"/>
        <a:cs typeface="Arial"/>
      </a:majorFont>
      <a:minorFont>
        <a:latin typeface="Arial"/>
        <a:ea typeface="新細明體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9_Office 佈景主題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0_Office 佈景主題">
  <a:themeElements>
    <a:clrScheme name="19_Office 佈景主題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19_Office 佈景主題">
      <a:majorFont>
        <a:latin typeface="Arial"/>
        <a:ea typeface="新細明體"/>
        <a:cs typeface="Arial"/>
      </a:majorFont>
      <a:minorFont>
        <a:latin typeface="Arial"/>
        <a:ea typeface="新細明體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9_Office 佈景主題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26_Office 佈景主題">
  <a:themeElements>
    <a:clrScheme name="19_Office 佈景主題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19_Office 佈景主題">
      <a:majorFont>
        <a:latin typeface="Arial"/>
        <a:ea typeface="新細明體"/>
        <a:cs typeface="Arial"/>
      </a:majorFont>
      <a:minorFont>
        <a:latin typeface="Arial"/>
        <a:ea typeface="新細明體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9_Office 佈景主題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21_Office 佈景主題">
  <a:themeElements>
    <a:clrScheme name="19_Office 佈景主題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19_Office 佈景主題">
      <a:majorFont>
        <a:latin typeface="Arial"/>
        <a:ea typeface="新細明體"/>
        <a:cs typeface="Arial"/>
      </a:majorFont>
      <a:minorFont>
        <a:latin typeface="Arial"/>
        <a:ea typeface="新細明體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9_Office 佈景主題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22_Office 佈景主題">
  <a:themeElements>
    <a:clrScheme name="19_Office 佈景主題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19_Office 佈景主題">
      <a:majorFont>
        <a:latin typeface="Arial"/>
        <a:ea typeface="新細明體"/>
        <a:cs typeface="Arial"/>
      </a:majorFont>
      <a:minorFont>
        <a:latin typeface="Arial"/>
        <a:ea typeface="新細明體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headEnd type="triangle"/>
          <a:tailEnd type="triangle"/>
        </a:ln>
      </a:spPr>
      <a:bodyPr/>
      <a:lstStyle/>
      <a:style>
        <a:lnRef idx="2">
          <a:schemeClr val="accent4"/>
        </a:lnRef>
        <a:fillRef idx="0">
          <a:schemeClr val="accent4"/>
        </a:fillRef>
        <a:effectRef idx="1">
          <a:schemeClr val="accent4"/>
        </a:effectRef>
        <a:fontRef idx="minor">
          <a:schemeClr val="tx1"/>
        </a:fontRef>
      </a:style>
    </a:lnDef>
  </a:objectDefaults>
  <a:extraClrSchemeLst>
    <a:extraClrScheme>
      <a:clrScheme name="19_Office 佈景主題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1_自訂設計">
  <a:themeElements>
    <a:clrScheme name="自訂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訂設計">
      <a:majorFont>
        <a:latin typeface="Arial"/>
        <a:ea typeface="微軟正黑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23_Office 佈景主題">
  <a:themeElements>
    <a:clrScheme name="19_Office 佈景主題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19_Office 佈景主題">
      <a:majorFont>
        <a:latin typeface="Arial"/>
        <a:ea typeface="新細明體"/>
        <a:cs typeface="Arial"/>
      </a:majorFont>
      <a:minorFont>
        <a:latin typeface="Arial"/>
        <a:ea typeface="新細明體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12700">
          <a:headEnd type="triangle"/>
          <a:tailEnd type="triangle"/>
        </a:ln>
      </a:spPr>
      <a:bodyPr/>
      <a:lstStyle/>
      <a:style>
        <a:lnRef idx="2">
          <a:schemeClr val="accent4"/>
        </a:lnRef>
        <a:fillRef idx="0">
          <a:schemeClr val="accent4"/>
        </a:fillRef>
        <a:effectRef idx="1">
          <a:schemeClr val="accent4"/>
        </a:effectRef>
        <a:fontRef idx="minor">
          <a:schemeClr val="tx1"/>
        </a:fontRef>
      </a:style>
    </a:lnDef>
  </a:objectDefaults>
  <a:extraClrSchemeLst>
    <a:extraClrScheme>
      <a:clrScheme name="19_Office 佈景主題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24_Office 佈景主題">
  <a:themeElements>
    <a:clrScheme name="19_Office 佈景主題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19_Office 佈景主題">
      <a:majorFont>
        <a:latin typeface="Arial"/>
        <a:ea typeface="新細明體"/>
        <a:cs typeface="Arial"/>
      </a:majorFont>
      <a:minorFont>
        <a:latin typeface="Arial"/>
        <a:ea typeface="新細明體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headEnd type="triangle"/>
          <a:tailEnd type="triangle"/>
        </a:ln>
      </a:spPr>
      <a:bodyPr/>
      <a:lstStyle/>
      <a:style>
        <a:lnRef idx="2">
          <a:schemeClr val="accent4"/>
        </a:lnRef>
        <a:fillRef idx="0">
          <a:schemeClr val="accent4"/>
        </a:fillRef>
        <a:effectRef idx="1">
          <a:schemeClr val="accent4"/>
        </a:effectRef>
        <a:fontRef idx="minor">
          <a:schemeClr val="tx1"/>
        </a:fontRef>
      </a:style>
    </a:lnDef>
  </a:objectDefaults>
  <a:extraClrSchemeLst>
    <a:extraClrScheme>
      <a:clrScheme name="19_Office 佈景主題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25_Office 佈景主題">
  <a:themeElements>
    <a:clrScheme name="19_Office 佈景主題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19_Office 佈景主題">
      <a:majorFont>
        <a:latin typeface="Arial"/>
        <a:ea typeface="新細明體"/>
        <a:cs typeface="Arial"/>
      </a:majorFont>
      <a:minorFont>
        <a:latin typeface="Arial"/>
        <a:ea typeface="新細明體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headEnd type="none" w="med" len="med"/>
          <a:tailEnd type="arrow" w="med" len="med"/>
        </a:ln>
      </a:spPr>
      <a:bodyPr/>
      <a:lstStyle/>
      <a:style>
        <a:lnRef idx="2">
          <a:schemeClr val="accent4"/>
        </a:lnRef>
        <a:fillRef idx="0">
          <a:schemeClr val="accent4"/>
        </a:fillRef>
        <a:effectRef idx="1">
          <a:schemeClr val="accent4"/>
        </a:effectRef>
        <a:fontRef idx="minor">
          <a:schemeClr val="tx1"/>
        </a:fontRef>
      </a:style>
    </a:lnDef>
  </a:objectDefaults>
  <a:extraClrSchemeLst>
    <a:extraClrScheme>
      <a:clrScheme name="19_Office 佈景主題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Detal1</Template>
  <TotalTime>3674</TotalTime>
  <Words>414</Words>
  <Application>Microsoft Office PowerPoint</Application>
  <PresentationFormat>寬螢幕</PresentationFormat>
  <Paragraphs>125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10</vt:i4>
      </vt:variant>
      <vt:variant>
        <vt:lpstr>投影片標題</vt:lpstr>
      </vt:variant>
      <vt:variant>
        <vt:i4>7</vt:i4>
      </vt:variant>
    </vt:vector>
  </HeadingPairs>
  <TitlesOfParts>
    <vt:vector size="19" baseType="lpstr">
      <vt:lpstr>微軟正黑體</vt:lpstr>
      <vt:lpstr>Arial</vt:lpstr>
      <vt:lpstr>Detal1</vt:lpstr>
      <vt:lpstr>19_Office 佈景主題</vt:lpstr>
      <vt:lpstr>20_Office 佈景主題</vt:lpstr>
      <vt:lpstr>26_Office 佈景主題</vt:lpstr>
      <vt:lpstr>21_Office 佈景主題</vt:lpstr>
      <vt:lpstr>22_Office 佈景主題</vt:lpstr>
      <vt:lpstr>1_自訂設計</vt:lpstr>
      <vt:lpstr>23_Office 佈景主題</vt:lpstr>
      <vt:lpstr>24_Office 佈景主題</vt:lpstr>
      <vt:lpstr>25_Office 佈景主題</vt:lpstr>
      <vt:lpstr>伺服電鎖 通訊應用 Get Result Status </vt:lpstr>
      <vt:lpstr>PowerPoint 簡報</vt:lpstr>
      <vt:lpstr>控制器設定 Controller Setting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KEN.CY.HE 何崇瑜</dc:creator>
  <cp:lastModifiedBy>KEN.CY.HE 何崇瑜</cp:lastModifiedBy>
  <cp:revision>496</cp:revision>
  <dcterms:created xsi:type="dcterms:W3CDTF">2024-03-25T01:26:40Z</dcterms:created>
  <dcterms:modified xsi:type="dcterms:W3CDTF">2025-07-10T02:32:58Z</dcterms:modified>
</cp:coreProperties>
</file>