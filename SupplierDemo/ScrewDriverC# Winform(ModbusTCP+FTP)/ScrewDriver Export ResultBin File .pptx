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19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63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98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33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75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29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11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97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39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9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81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02DE7-6814-4719-962D-F7B191A15376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80D74-0891-4128-8B9A-370CC35C07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54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ftp://192.168.1.11/ScrewInfo/BIN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tp://192.168.1.11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filezilla-project.org/" TargetMode="External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ftp://192.168.1.1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968" y="865390"/>
            <a:ext cx="3600000" cy="573134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271" y="847022"/>
            <a:ext cx="3600000" cy="57680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834964" y="2435190"/>
            <a:ext cx="3320716" cy="365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349904" y="4629752"/>
            <a:ext cx="1415628" cy="625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23511" y="403377"/>
            <a:ext cx="3363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Screw Driver export </a:t>
            </a:r>
            <a:r>
              <a:rPr lang="en-US" altLang="zh-TW" dirty="0" err="1" smtClean="0"/>
              <a:t>Result.Bin</a:t>
            </a:r>
            <a:r>
              <a:rPr lang="en-US" altLang="zh-TW" dirty="0" smtClean="0"/>
              <a:t> file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805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圓角矩形圖說文字 24"/>
          <p:cNvSpPr/>
          <p:nvPr/>
        </p:nvSpPr>
        <p:spPr>
          <a:xfrm>
            <a:off x="480899" y="3598115"/>
            <a:ext cx="3465949" cy="2270840"/>
          </a:xfrm>
          <a:prstGeom prst="wedgeRoundRectCallout">
            <a:avLst>
              <a:gd name="adj1" fmla="val 15607"/>
              <a:gd name="adj2" fmla="val -8494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10" y="3914441"/>
            <a:ext cx="1181100" cy="1704975"/>
          </a:xfrm>
          <a:prstGeom prst="rect">
            <a:avLst/>
          </a:prstGeom>
        </p:spPr>
      </p:pic>
      <p:grpSp>
        <p:nvGrpSpPr>
          <p:cNvPr id="4" name="群組 3"/>
          <p:cNvGrpSpPr/>
          <p:nvPr/>
        </p:nvGrpSpPr>
        <p:grpSpPr>
          <a:xfrm>
            <a:off x="2318879" y="3941972"/>
            <a:ext cx="1442680" cy="609599"/>
            <a:chOff x="10146071" y="3613149"/>
            <a:chExt cx="1442680" cy="609599"/>
          </a:xfrm>
        </p:grpSpPr>
        <p:sp>
          <p:nvSpPr>
            <p:cNvPr id="5" name="波浪 4"/>
            <p:cNvSpPr/>
            <p:nvPr/>
          </p:nvSpPr>
          <p:spPr>
            <a:xfrm rot="16200000">
              <a:off x="10562611" y="3196609"/>
              <a:ext cx="609599" cy="1442680"/>
            </a:xfrm>
            <a:prstGeom prst="wave">
              <a:avLst>
                <a:gd name="adj1" fmla="val 3873"/>
                <a:gd name="adj2" fmla="val 0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10224401" y="3720584"/>
              <a:ext cx="1259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Results. bin</a:t>
              </a:r>
              <a:endParaRPr lang="zh-TW" altLang="en-US" dirty="0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4043485" y="2570371"/>
            <a:ext cx="50733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When each tightening </a:t>
            </a:r>
            <a:r>
              <a:rPr lang="en-US" altLang="zh-TW" dirty="0"/>
              <a:t>is </a:t>
            </a:r>
            <a:r>
              <a:rPr lang="en-US" altLang="zh-TW" dirty="0" smtClean="0"/>
              <a:t>completed,</a:t>
            </a:r>
          </a:p>
          <a:p>
            <a:r>
              <a:rPr lang="en-US" altLang="zh-TW" dirty="0" smtClean="0"/>
              <a:t>the controller export</a:t>
            </a:r>
            <a:r>
              <a:rPr lang="zh-TW" altLang="en-US" dirty="0" smtClean="0"/>
              <a:t> </a:t>
            </a:r>
            <a:r>
              <a:rPr lang="en-US" altLang="zh-TW" dirty="0" smtClean="0"/>
              <a:t>result</a:t>
            </a:r>
            <a:r>
              <a:rPr lang="zh-TW" altLang="en-US" dirty="0" smtClean="0"/>
              <a:t> </a:t>
            </a:r>
            <a:r>
              <a:rPr lang="en-US" altLang="zh-TW" dirty="0" smtClean="0"/>
              <a:t>.bin file to the HMI Disk.</a:t>
            </a:r>
          </a:p>
          <a:p>
            <a:r>
              <a:rPr lang="en-US" altLang="zh-TW" dirty="0" smtClean="0"/>
              <a:t>If </a:t>
            </a:r>
            <a:r>
              <a:rPr lang="en-US" altLang="zh-TW" dirty="0"/>
              <a:t>more than 100 bin file, overwrite </a:t>
            </a:r>
            <a:r>
              <a:rPr lang="en-US" altLang="zh-TW" dirty="0" smtClean="0"/>
              <a:t>the first bin</a:t>
            </a:r>
            <a:endParaRPr lang="en-US" altLang="zh-TW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1907" y1="8554" x2="81339" y2="9020"/>
                        <a14:foregroundMark x1="20284" y1="95645" x2="80730" y2="956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6448" y="323795"/>
            <a:ext cx="1853996" cy="2418091"/>
          </a:xfrm>
          <a:prstGeom prst="rect">
            <a:avLst/>
          </a:prstGeom>
        </p:spPr>
      </p:pic>
      <p:pic>
        <p:nvPicPr>
          <p:cNvPr id="14" name="Picture 14" descr="j04316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43" y="86312"/>
            <a:ext cx="2702329" cy="234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肘形接點 14"/>
          <p:cNvCxnSpPr>
            <a:stCxn id="13" idx="3"/>
            <a:endCxn id="14" idx="1"/>
          </p:cNvCxnSpPr>
          <p:nvPr/>
        </p:nvCxnSpPr>
        <p:spPr>
          <a:xfrm flipV="1">
            <a:off x="3290444" y="1256913"/>
            <a:ext cx="3017099" cy="2759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643813" y="89383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FTP</a:t>
            </a:r>
            <a:endParaRPr lang="zh-TW" altLang="en-US" dirty="0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842" y="620323"/>
            <a:ext cx="1131207" cy="182503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03417" y="6093441"/>
            <a:ext cx="10953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hlinkClick r:id="rId7"/>
              </a:rPr>
              <a:t>ftp://192.168.1.11/ScrewInfo/BIN</a:t>
            </a:r>
            <a:r>
              <a:rPr lang="zh-TW" altLang="en-US" dirty="0" smtClean="0">
                <a:hlinkClick r:id="rId7"/>
              </a:rPr>
              <a:t>/</a:t>
            </a:r>
            <a:r>
              <a:rPr lang="zh-TW" altLang="en-US" dirty="0" smtClean="0"/>
              <a:t> </a:t>
            </a:r>
            <a:r>
              <a:rPr lang="en-US" altLang="zh-TW" dirty="0"/>
              <a:t>“ID” + ((</a:t>
            </a:r>
            <a:r>
              <a:rPr lang="en-US" altLang="zh-TW" b="1" dirty="0"/>
              <a:t>Report ID(H)(0x6C) * 65536 + Report ID(L)(0x6B)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0000FF"/>
                </a:solidFill>
              </a:rPr>
              <a:t>– 1</a:t>
            </a:r>
            <a:r>
              <a:rPr lang="en-US" altLang="zh-TW" dirty="0"/>
              <a:t>) % 100).</a:t>
            </a:r>
            <a:r>
              <a:rPr lang="en-US" altLang="zh-TW" dirty="0" err="1"/>
              <a:t>ToString</a:t>
            </a:r>
            <a:r>
              <a:rPr lang="en-US" altLang="zh-TW" dirty="0"/>
              <a:t>() 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2999" y="5046180"/>
            <a:ext cx="7466028" cy="690806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4231198" y="4424239"/>
            <a:ext cx="7382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Follow Modbus Current No. of production report </a:t>
            </a:r>
            <a:r>
              <a:rPr lang="en-US" altLang="zh-TW" dirty="0" err="1"/>
              <a:t>r</a:t>
            </a:r>
            <a:r>
              <a:rPr lang="en-US" altLang="zh-TW" dirty="0" err="1" smtClean="0"/>
              <a:t>eport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enteries</a:t>
            </a:r>
            <a:r>
              <a:rPr lang="en-US" altLang="zh-TW" dirty="0" smtClean="0"/>
              <a:t> (0x6B,0x6C)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957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圖說文字 22"/>
          <p:cNvSpPr/>
          <p:nvPr/>
        </p:nvSpPr>
        <p:spPr>
          <a:xfrm>
            <a:off x="4567292" y="3018860"/>
            <a:ext cx="7475621" cy="3479593"/>
          </a:xfrm>
          <a:prstGeom prst="wedgeRoundRectCallout">
            <a:avLst>
              <a:gd name="adj1" fmla="val -14009"/>
              <a:gd name="adj2" fmla="val -6363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4882165" y="3018860"/>
            <a:ext cx="6882009" cy="3144630"/>
            <a:chOff x="5060128" y="3131339"/>
            <a:chExt cx="6882009" cy="3144630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3445" y="3766421"/>
              <a:ext cx="4838692" cy="2509548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5060128" y="3658271"/>
              <a:ext cx="1442478" cy="253557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151838" y="4544150"/>
              <a:ext cx="12590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User create</a:t>
              </a:r>
            </a:p>
            <a:p>
              <a:pPr algn="ctr"/>
              <a:r>
                <a:rPr lang="en-US" altLang="zh-TW" dirty="0" smtClean="0"/>
                <a:t>FTP</a:t>
              </a:r>
            </a:p>
            <a:p>
              <a:pPr algn="ctr"/>
              <a:r>
                <a:rPr lang="en-US" altLang="zh-TW" dirty="0" smtClean="0"/>
                <a:t>client</a:t>
              </a:r>
              <a:endParaRPr lang="zh-TW" altLang="en-US" dirty="0"/>
            </a:p>
          </p:txBody>
        </p:sp>
        <p:sp>
          <p:nvSpPr>
            <p:cNvPr id="14" name="加號 13"/>
            <p:cNvSpPr/>
            <p:nvPr/>
          </p:nvSpPr>
          <p:spPr>
            <a:xfrm>
              <a:off x="6480980" y="4603259"/>
              <a:ext cx="620557" cy="620557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685600" y="3131339"/>
              <a:ext cx="17491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Offline</a:t>
              </a:r>
            </a:p>
            <a:p>
              <a:r>
                <a:rPr lang="en-US" altLang="zh-TW" dirty="0" smtClean="0"/>
                <a:t>CurveReader.exe</a:t>
              </a:r>
              <a:endParaRPr lang="zh-TW" altLang="en-US" dirty="0"/>
            </a:p>
          </p:txBody>
        </p:sp>
      </p:grpSp>
      <p:sp>
        <p:nvSpPr>
          <p:cNvPr id="29" name="文字方塊 28"/>
          <p:cNvSpPr txBox="1"/>
          <p:nvPr/>
        </p:nvSpPr>
        <p:spPr>
          <a:xfrm>
            <a:off x="347103" y="3717999"/>
            <a:ext cx="41501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Users need to create an ftp client </a:t>
            </a:r>
            <a:r>
              <a:rPr lang="en-US" altLang="zh-TW" dirty="0" smtClean="0"/>
              <a:t>program</a:t>
            </a:r>
          </a:p>
          <a:p>
            <a:r>
              <a:rPr lang="en-US" altLang="zh-TW" dirty="0"/>
              <a:t>A</a:t>
            </a:r>
            <a:r>
              <a:rPr lang="en-US" altLang="zh-TW" dirty="0" smtClean="0"/>
              <a:t>nd receive the bin file</a:t>
            </a:r>
          </a:p>
          <a:p>
            <a:endParaRPr lang="en-US" altLang="zh-TW" dirty="0"/>
          </a:p>
          <a:p>
            <a:r>
              <a:rPr lang="en-US" altLang="zh-TW" dirty="0"/>
              <a:t>User can open files with </a:t>
            </a:r>
            <a:r>
              <a:rPr lang="en-US" altLang="zh-TW" dirty="0" smtClean="0"/>
              <a:t>CurveReader.exe</a:t>
            </a:r>
          </a:p>
          <a:p>
            <a:r>
              <a:rPr lang="en-US" altLang="zh-TW" dirty="0" smtClean="0"/>
              <a:t>And show the raw data.</a:t>
            </a:r>
          </a:p>
          <a:p>
            <a:endParaRPr lang="en-US" altLang="zh-TW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365588" y="5298124"/>
            <a:ext cx="285442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hlinkClick r:id="rId3"/>
              </a:rPr>
              <a:t>ftp://192.168.1.11</a:t>
            </a:r>
            <a:r>
              <a:rPr lang="en-US" altLang="zh-TW" dirty="0" smtClean="0"/>
              <a:t> </a:t>
            </a:r>
          </a:p>
          <a:p>
            <a:pPr algn="ctr"/>
            <a:r>
              <a:rPr lang="en-US" altLang="zh-TW" dirty="0" smtClean="0"/>
              <a:t>Port: 21</a:t>
            </a:r>
          </a:p>
          <a:p>
            <a:pPr algn="ctr"/>
            <a:r>
              <a:rPr lang="en-US" altLang="zh-TW" dirty="0" smtClean="0"/>
              <a:t>User: admin</a:t>
            </a:r>
          </a:p>
          <a:p>
            <a:pPr algn="ctr"/>
            <a:r>
              <a:rPr lang="en-US" altLang="zh-TW" dirty="0" smtClean="0"/>
              <a:t>Password:</a:t>
            </a:r>
            <a:r>
              <a:rPr lang="zh-TW" altLang="en-US" dirty="0" smtClean="0"/>
              <a:t> </a:t>
            </a:r>
            <a:r>
              <a:rPr lang="en-US" altLang="zh-TW" dirty="0" smtClean="0"/>
              <a:t>1234</a:t>
            </a:r>
            <a:endParaRPr lang="zh-TW" altLang="en-US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1907" y1="8554" x2="81339" y2="9020"/>
                        <a14:foregroundMark x1="20284" y1="95645" x2="80730" y2="956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6448" y="323795"/>
            <a:ext cx="1853996" cy="2418091"/>
          </a:xfrm>
          <a:prstGeom prst="rect">
            <a:avLst/>
          </a:prstGeom>
        </p:spPr>
      </p:pic>
      <p:pic>
        <p:nvPicPr>
          <p:cNvPr id="19" name="Picture 14" descr="j043163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43" y="86312"/>
            <a:ext cx="2702329" cy="234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肘形接點 20"/>
          <p:cNvCxnSpPr>
            <a:stCxn id="18" idx="3"/>
            <a:endCxn id="19" idx="1"/>
          </p:cNvCxnSpPr>
          <p:nvPr/>
        </p:nvCxnSpPr>
        <p:spPr>
          <a:xfrm flipV="1">
            <a:off x="3290444" y="1256913"/>
            <a:ext cx="3017099" cy="2759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643813" y="89383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FTP</a:t>
            </a:r>
            <a:endParaRPr lang="zh-TW" altLang="en-US" dirty="0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7842" y="620323"/>
            <a:ext cx="1131207" cy="18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4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圖說文字 22"/>
          <p:cNvSpPr/>
          <p:nvPr/>
        </p:nvSpPr>
        <p:spPr>
          <a:xfrm>
            <a:off x="373224" y="2810969"/>
            <a:ext cx="11669689" cy="4049337"/>
          </a:xfrm>
          <a:prstGeom prst="wedgeRoundRectCallout">
            <a:avLst>
              <a:gd name="adj1" fmla="val 9818"/>
              <a:gd name="adj2" fmla="val -5952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1907" y1="8554" x2="81339" y2="9020"/>
                        <a14:foregroundMark x1="20284" y1="95645" x2="80730" y2="956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6448" y="323795"/>
            <a:ext cx="1853996" cy="2418091"/>
          </a:xfrm>
          <a:prstGeom prst="rect">
            <a:avLst/>
          </a:prstGeom>
        </p:spPr>
      </p:pic>
      <p:pic>
        <p:nvPicPr>
          <p:cNvPr id="8" name="Picture 14" descr="j043163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43" y="86312"/>
            <a:ext cx="2702329" cy="234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肘形接點 10"/>
          <p:cNvCxnSpPr>
            <a:stCxn id="7" idx="3"/>
            <a:endCxn id="8" idx="1"/>
          </p:cNvCxnSpPr>
          <p:nvPr/>
        </p:nvCxnSpPr>
        <p:spPr>
          <a:xfrm flipV="1">
            <a:off x="3290444" y="1256913"/>
            <a:ext cx="3017099" cy="2759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/>
          <p:cNvGrpSpPr/>
          <p:nvPr/>
        </p:nvGrpSpPr>
        <p:grpSpPr>
          <a:xfrm>
            <a:off x="821289" y="2866462"/>
            <a:ext cx="10972508" cy="3303599"/>
            <a:chOff x="969629" y="2972370"/>
            <a:chExt cx="10972508" cy="3303599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03445" y="3766421"/>
              <a:ext cx="4838692" cy="2509548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969629" y="2972370"/>
              <a:ext cx="2800619" cy="35961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FileZilla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FTP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 smtClean="0">
                  <a:solidFill>
                    <a:schemeClr val="tx1"/>
                  </a:solidFill>
                </a:rPr>
                <a:t>client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加號 13"/>
            <p:cNvSpPr/>
            <p:nvPr/>
          </p:nvSpPr>
          <p:spPr>
            <a:xfrm>
              <a:off x="6480980" y="4603259"/>
              <a:ext cx="620557" cy="620557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685600" y="3131339"/>
              <a:ext cx="17491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Offline</a:t>
              </a:r>
            </a:p>
            <a:p>
              <a:r>
                <a:rPr lang="en-US" altLang="zh-TW" dirty="0" smtClean="0"/>
                <a:t>CurveReader.exe</a:t>
              </a:r>
              <a:endParaRPr lang="zh-TW" altLang="en-US" dirty="0"/>
            </a:p>
          </p:txBody>
        </p:sp>
      </p:grpSp>
      <p:pic>
        <p:nvPicPr>
          <p:cNvPr id="20" name="圖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842" y="620323"/>
            <a:ext cx="1131207" cy="1825033"/>
          </a:xfrm>
          <a:prstGeom prst="rect">
            <a:avLst/>
          </a:prstGeom>
        </p:spPr>
      </p:pic>
      <p:sp>
        <p:nvSpPr>
          <p:cNvPr id="30" name="文字方塊 29"/>
          <p:cNvSpPr txBox="1"/>
          <p:nvPr/>
        </p:nvSpPr>
        <p:spPr>
          <a:xfrm>
            <a:off x="4643813" y="893838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FTP</a:t>
            </a:r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1978585" y="3249917"/>
            <a:ext cx="4018205" cy="3416957"/>
            <a:chOff x="634481" y="1543959"/>
            <a:chExt cx="6249099" cy="5314041"/>
          </a:xfrm>
        </p:grpSpPr>
        <p:pic>
          <p:nvPicPr>
            <p:cNvPr id="18" name="圖片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3143" y="1543959"/>
              <a:ext cx="6230437" cy="5314041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634481" y="1931439"/>
              <a:ext cx="4215777" cy="2425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3764727" y="2784333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8"/>
              </a:rPr>
              <a:t>https://filezilla-project.org</a:t>
            </a:r>
            <a:r>
              <a:rPr lang="en-US" altLang="zh-TW" dirty="0" smtClean="0">
                <a:hlinkClick r:id="rId8"/>
              </a:rPr>
              <a:t>/</a:t>
            </a:r>
            <a:endParaRPr lang="en-US" altLang="zh-TW" dirty="0" smtClean="0"/>
          </a:p>
          <a:p>
            <a:r>
              <a:rPr lang="en-US" altLang="zh-TW" dirty="0" smtClean="0"/>
              <a:t>FileZilla</a:t>
            </a:r>
            <a:r>
              <a:rPr lang="zh-TW" altLang="en-US" dirty="0" smtClean="0"/>
              <a:t> </a:t>
            </a:r>
            <a:r>
              <a:rPr lang="en-US" altLang="zh-TW" dirty="0" smtClean="0"/>
              <a:t>Client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566473" y="4616999"/>
            <a:ext cx="285442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hlinkClick r:id="rId9"/>
              </a:rPr>
              <a:t>ftp://192.168.1.11</a:t>
            </a:r>
            <a:r>
              <a:rPr lang="en-US" altLang="zh-TW" dirty="0" smtClean="0"/>
              <a:t> </a:t>
            </a:r>
          </a:p>
          <a:p>
            <a:pPr algn="ctr"/>
            <a:r>
              <a:rPr lang="en-US" altLang="zh-TW" dirty="0" smtClean="0"/>
              <a:t>Port: 21</a:t>
            </a:r>
          </a:p>
          <a:p>
            <a:pPr algn="ctr"/>
            <a:r>
              <a:rPr lang="en-US" altLang="zh-TW" dirty="0" smtClean="0"/>
              <a:t>User: admin</a:t>
            </a:r>
          </a:p>
          <a:p>
            <a:pPr algn="ctr"/>
            <a:r>
              <a:rPr lang="en-US" altLang="zh-TW" dirty="0" smtClean="0"/>
              <a:t>Password:</a:t>
            </a:r>
            <a:r>
              <a:rPr lang="zh-TW" altLang="en-US" dirty="0" smtClean="0"/>
              <a:t> </a:t>
            </a:r>
            <a:r>
              <a:rPr lang="en-US" altLang="zh-TW" dirty="0" smtClean="0"/>
              <a:t>1234</a:t>
            </a:r>
            <a:endParaRPr lang="zh-TW" alt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-22366" y="54720"/>
            <a:ext cx="1278117" cy="10237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Ex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5188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172</Words>
  <Application>Microsoft Office PowerPoint</Application>
  <PresentationFormat>寬螢幕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KEN.CY.HE 何崇瑜</dc:creator>
  <cp:lastModifiedBy>KEN.CY.HE 何崇瑜</cp:lastModifiedBy>
  <cp:revision>116</cp:revision>
  <dcterms:created xsi:type="dcterms:W3CDTF">2022-10-30T12:52:57Z</dcterms:created>
  <dcterms:modified xsi:type="dcterms:W3CDTF">2024-10-09T09:20:11Z</dcterms:modified>
</cp:coreProperties>
</file>