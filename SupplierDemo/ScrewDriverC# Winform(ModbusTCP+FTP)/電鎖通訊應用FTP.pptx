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6.xml" ContentType="application/vnd.openxmlformats-officedocument.theme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8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9.xml" ContentType="application/vnd.openxmlformats-officedocument.theme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5" r:id="rId3"/>
    <p:sldMasterId id="2147483699" r:id="rId4"/>
    <p:sldMasterId id="2147483713" r:id="rId5"/>
    <p:sldMasterId id="2147483727" r:id="rId6"/>
    <p:sldMasterId id="2147483739" r:id="rId7"/>
    <p:sldMasterId id="2147483751" r:id="rId8"/>
    <p:sldMasterId id="2147483764" r:id="rId9"/>
    <p:sldMasterId id="2147483777" r:id="rId10"/>
  </p:sldMasterIdLst>
  <p:sldIdLst>
    <p:sldId id="257" r:id="rId11"/>
    <p:sldId id="284" r:id="rId12"/>
    <p:sldId id="285" r:id="rId13"/>
    <p:sldId id="286" r:id="rId14"/>
    <p:sldId id="287" r:id="rId15"/>
    <p:sldId id="289" r:id="rId16"/>
    <p:sldId id="288" r:id="rId17"/>
    <p:sldId id="256" r:id="rId18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1pPr>
    <a:lvl2pPr marL="456038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2pPr>
    <a:lvl3pPr marL="912075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3pPr>
    <a:lvl4pPr marL="1368132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4pPr>
    <a:lvl5pPr marL="1824171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5pPr>
    <a:lvl6pPr marL="2280223" algn="l" defTabSz="912075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6pPr>
    <a:lvl7pPr marL="2736262" algn="l" defTabSz="912075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7pPr>
    <a:lvl8pPr marL="3192311" algn="l" defTabSz="912075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8pPr>
    <a:lvl9pPr marL="3648355" algn="l" defTabSz="912075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78D6"/>
    <a:srgbClr val="0000FF"/>
    <a:srgbClr val="00FF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453" autoAdjust="0"/>
  </p:normalViewPr>
  <p:slideViewPr>
    <p:cSldViewPr snapToGrid="0">
      <p:cViewPr varScale="1">
        <p:scale>
          <a:sx n="75" d="100"/>
          <a:sy n="75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10" Type="http://schemas.openxmlformats.org/officeDocument/2006/relationships/slideMaster" Target="slideMasters/slideMaster10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1537"/>
            <a:ext cx="10363200" cy="146896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8035" indent="0" algn="ctr">
              <a:buNone/>
              <a:defRPr/>
            </a:lvl2pPr>
            <a:lvl3pPr marL="1216070" indent="0" algn="ctr">
              <a:buNone/>
              <a:defRPr/>
            </a:lvl3pPr>
            <a:lvl4pPr marL="1824130" indent="0" algn="ctr">
              <a:buNone/>
              <a:defRPr/>
            </a:lvl4pPr>
            <a:lvl5pPr marL="2432167" indent="0" algn="ctr">
              <a:buNone/>
              <a:defRPr/>
            </a:lvl5pPr>
            <a:lvl6pPr marL="3040221" indent="0" algn="ctr">
              <a:buNone/>
              <a:defRPr/>
            </a:lvl6pPr>
            <a:lvl7pPr marL="3648258" indent="0" algn="ctr">
              <a:buNone/>
              <a:defRPr/>
            </a:lvl7pPr>
            <a:lvl8pPr marL="4256308" indent="0" algn="ctr">
              <a:buNone/>
              <a:defRPr/>
            </a:lvl8pPr>
            <a:lvl9pPr marL="4864352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848007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596204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3133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187"/>
            <a:ext cx="10363200" cy="1500716"/>
          </a:xfrm>
        </p:spPr>
        <p:txBody>
          <a:bodyPr anchor="b"/>
          <a:lstStyle>
            <a:lvl1pPr marL="0" indent="0">
              <a:buNone/>
              <a:defRPr sz="2667"/>
            </a:lvl1pPr>
            <a:lvl2pPr marL="608035" indent="0">
              <a:buNone/>
              <a:defRPr sz="2400"/>
            </a:lvl2pPr>
            <a:lvl3pPr marL="1216070" indent="0">
              <a:buNone/>
              <a:defRPr sz="2133"/>
            </a:lvl3pPr>
            <a:lvl4pPr marL="1824130" indent="0">
              <a:buNone/>
              <a:defRPr sz="1867"/>
            </a:lvl4pPr>
            <a:lvl5pPr marL="2432167" indent="0">
              <a:buNone/>
              <a:defRPr sz="1867"/>
            </a:lvl5pPr>
            <a:lvl6pPr marL="3040221" indent="0">
              <a:buNone/>
              <a:defRPr sz="1867"/>
            </a:lvl6pPr>
            <a:lvl7pPr marL="3648258" indent="0">
              <a:buNone/>
              <a:defRPr sz="1867"/>
            </a:lvl7pPr>
            <a:lvl8pPr marL="4256308" indent="0">
              <a:buNone/>
              <a:defRPr sz="1867"/>
            </a:lvl8pPr>
            <a:lvl9pPr marL="4864352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355613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4417" y="5734052"/>
            <a:ext cx="3113616" cy="76834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3941234" y="5734052"/>
            <a:ext cx="3115733" cy="76834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659672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4" y="1534584"/>
            <a:ext cx="5386917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8035" indent="0">
              <a:buNone/>
              <a:defRPr sz="2667" b="1"/>
            </a:lvl2pPr>
            <a:lvl3pPr marL="1216070" indent="0">
              <a:buNone/>
              <a:defRPr sz="2400" b="1"/>
            </a:lvl3pPr>
            <a:lvl4pPr marL="1824130" indent="0">
              <a:buNone/>
              <a:defRPr sz="2133" b="1"/>
            </a:lvl4pPr>
            <a:lvl5pPr marL="2432167" indent="0">
              <a:buNone/>
              <a:defRPr sz="2133" b="1"/>
            </a:lvl5pPr>
            <a:lvl6pPr marL="3040221" indent="0">
              <a:buNone/>
              <a:defRPr sz="2133" b="1"/>
            </a:lvl6pPr>
            <a:lvl7pPr marL="3648258" indent="0">
              <a:buNone/>
              <a:defRPr sz="2133" b="1"/>
            </a:lvl7pPr>
            <a:lvl8pPr marL="4256308" indent="0">
              <a:buNone/>
              <a:defRPr sz="2133" b="1"/>
            </a:lvl8pPr>
            <a:lvl9pPr marL="4864352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4" y="2175935"/>
            <a:ext cx="5386917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86" y="1534584"/>
            <a:ext cx="5389033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8035" indent="0">
              <a:buNone/>
              <a:defRPr sz="2667" b="1"/>
            </a:lvl2pPr>
            <a:lvl3pPr marL="1216070" indent="0">
              <a:buNone/>
              <a:defRPr sz="2400" b="1"/>
            </a:lvl3pPr>
            <a:lvl4pPr marL="1824130" indent="0">
              <a:buNone/>
              <a:defRPr sz="2133" b="1"/>
            </a:lvl4pPr>
            <a:lvl5pPr marL="2432167" indent="0">
              <a:buNone/>
              <a:defRPr sz="2133" b="1"/>
            </a:lvl5pPr>
            <a:lvl6pPr marL="3040221" indent="0">
              <a:buNone/>
              <a:defRPr sz="2133" b="1"/>
            </a:lvl6pPr>
            <a:lvl7pPr marL="3648258" indent="0">
              <a:buNone/>
              <a:defRPr sz="2133" b="1"/>
            </a:lvl7pPr>
            <a:lvl8pPr marL="4256308" indent="0">
              <a:buNone/>
              <a:defRPr sz="2133" b="1"/>
            </a:lvl8pPr>
            <a:lvl9pPr marL="4864352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86" y="2175935"/>
            <a:ext cx="5389033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90651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406528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075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84"/>
            <a:ext cx="4011084" cy="116204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77"/>
            <a:ext cx="6815667" cy="585258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0"/>
            <a:ext cx="4011084" cy="4690533"/>
          </a:xfrm>
        </p:spPr>
        <p:txBody>
          <a:bodyPr/>
          <a:lstStyle>
            <a:lvl1pPr marL="0" indent="0">
              <a:buNone/>
              <a:defRPr sz="1867"/>
            </a:lvl1pPr>
            <a:lvl2pPr marL="608035" indent="0">
              <a:buNone/>
              <a:defRPr sz="1600"/>
            </a:lvl2pPr>
            <a:lvl3pPr marL="1216070" indent="0">
              <a:buNone/>
              <a:defRPr sz="1333"/>
            </a:lvl3pPr>
            <a:lvl4pPr marL="1824130" indent="0">
              <a:buNone/>
              <a:defRPr sz="1200"/>
            </a:lvl4pPr>
            <a:lvl5pPr marL="2432167" indent="0">
              <a:buNone/>
              <a:defRPr sz="1200"/>
            </a:lvl5pPr>
            <a:lvl6pPr marL="3040221" indent="0">
              <a:buNone/>
              <a:defRPr sz="1200"/>
            </a:lvl6pPr>
            <a:lvl7pPr marL="3648258" indent="0">
              <a:buNone/>
              <a:defRPr sz="1200"/>
            </a:lvl7pPr>
            <a:lvl8pPr marL="4256308" indent="0">
              <a:buNone/>
              <a:defRPr sz="1200"/>
            </a:lvl8pPr>
            <a:lvl9pPr marL="4864352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90676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726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8035" indent="0">
              <a:buNone/>
              <a:defRPr sz="3733"/>
            </a:lvl2pPr>
            <a:lvl3pPr marL="1216070" indent="0">
              <a:buNone/>
              <a:defRPr sz="3200"/>
            </a:lvl3pPr>
            <a:lvl4pPr marL="1824130" indent="0">
              <a:buNone/>
              <a:defRPr sz="2667"/>
            </a:lvl4pPr>
            <a:lvl5pPr marL="2432167" indent="0">
              <a:buNone/>
              <a:defRPr sz="2667"/>
            </a:lvl5pPr>
            <a:lvl6pPr marL="3040221" indent="0">
              <a:buNone/>
              <a:defRPr sz="2667"/>
            </a:lvl6pPr>
            <a:lvl7pPr marL="3648258" indent="0">
              <a:buNone/>
              <a:defRPr sz="2667"/>
            </a:lvl7pPr>
            <a:lvl8pPr marL="4256308" indent="0">
              <a:buNone/>
              <a:defRPr sz="2667"/>
            </a:lvl8pPr>
            <a:lvl9pPr marL="4864352" indent="0">
              <a:buNone/>
              <a:defRPr sz="2667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868"/>
            <a:ext cx="7315200" cy="804333"/>
          </a:xfrm>
        </p:spPr>
        <p:txBody>
          <a:bodyPr/>
          <a:lstStyle>
            <a:lvl1pPr marL="0" indent="0">
              <a:buNone/>
              <a:defRPr sz="1867"/>
            </a:lvl1pPr>
            <a:lvl2pPr marL="608035" indent="0">
              <a:buNone/>
              <a:defRPr sz="1600"/>
            </a:lvl2pPr>
            <a:lvl3pPr marL="1216070" indent="0">
              <a:buNone/>
              <a:defRPr sz="1333"/>
            </a:lvl3pPr>
            <a:lvl4pPr marL="1824130" indent="0">
              <a:buNone/>
              <a:defRPr sz="1200"/>
            </a:lvl4pPr>
            <a:lvl5pPr marL="2432167" indent="0">
              <a:buNone/>
              <a:defRPr sz="1200"/>
            </a:lvl5pPr>
            <a:lvl6pPr marL="3040221" indent="0">
              <a:buNone/>
              <a:defRPr sz="1200"/>
            </a:lvl6pPr>
            <a:lvl7pPr marL="3648258" indent="0">
              <a:buNone/>
              <a:defRPr sz="1200"/>
            </a:lvl7pPr>
            <a:lvl8pPr marL="4256308" indent="0">
              <a:buNone/>
              <a:defRPr sz="1200"/>
            </a:lvl8pPr>
            <a:lvl9pPr marL="4864352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948013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70896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034617" y="548240"/>
            <a:ext cx="1803400" cy="595418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4417" y="548240"/>
            <a:ext cx="5207000" cy="5954183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208027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547" y="2130472"/>
            <a:ext cx="10362907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9094" y="3886200"/>
            <a:ext cx="8533813" cy="1752600"/>
          </a:xfrm>
          <a:prstGeom prst="rect">
            <a:avLst/>
          </a:prstGeom>
        </p:spPr>
        <p:txBody>
          <a:bodyPr lIns="91345" tIns="45672" rIns="91345" bIns="45672"/>
          <a:lstStyle>
            <a:lvl1pPr marL="0" indent="0" algn="ctr">
              <a:buNone/>
              <a:defRPr/>
            </a:lvl1pPr>
            <a:lvl2pPr marL="608935" indent="0" algn="ctr">
              <a:buNone/>
              <a:defRPr/>
            </a:lvl2pPr>
            <a:lvl3pPr marL="1217870" indent="0" algn="ctr">
              <a:buNone/>
              <a:defRPr/>
            </a:lvl3pPr>
            <a:lvl4pPr marL="1826816" indent="0" algn="ctr">
              <a:buNone/>
              <a:defRPr/>
            </a:lvl4pPr>
            <a:lvl5pPr marL="2435746" indent="0" algn="ctr">
              <a:buNone/>
              <a:defRPr/>
            </a:lvl5pPr>
            <a:lvl6pPr marL="3044692" indent="0" algn="ctr">
              <a:buNone/>
              <a:defRPr/>
            </a:lvl6pPr>
            <a:lvl7pPr marL="3653627" indent="0" algn="ctr">
              <a:buNone/>
              <a:defRPr/>
            </a:lvl7pPr>
            <a:lvl8pPr marL="4262565" indent="0" algn="ctr">
              <a:buNone/>
              <a:defRPr/>
            </a:lvl8pPr>
            <a:lvl9pPr marL="4871506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84391-D8D3-494B-A197-8C82BDAD8668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315638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lIns="91345" tIns="45672" rIns="91345" bIns="45672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F6401-0314-4FE4-871E-5C401231630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570843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417" y="4406925"/>
            <a:ext cx="10362905" cy="1362075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417" y="2906713"/>
            <a:ext cx="10362905" cy="1500187"/>
          </a:xfrm>
          <a:prstGeom prst="rect">
            <a:avLst/>
          </a:prstGeom>
        </p:spPr>
        <p:txBody>
          <a:bodyPr lIns="91345" tIns="45672" rIns="91345" bIns="45672" anchor="b"/>
          <a:lstStyle>
            <a:lvl1pPr marL="0" indent="0">
              <a:buNone/>
              <a:defRPr sz="2667"/>
            </a:lvl1pPr>
            <a:lvl2pPr marL="608935" indent="0">
              <a:buNone/>
              <a:defRPr sz="2400"/>
            </a:lvl2pPr>
            <a:lvl3pPr marL="1217870" indent="0">
              <a:buNone/>
              <a:defRPr sz="2133"/>
            </a:lvl3pPr>
            <a:lvl4pPr marL="1826816" indent="0">
              <a:buNone/>
              <a:defRPr sz="1867"/>
            </a:lvl4pPr>
            <a:lvl5pPr marL="2435746" indent="0">
              <a:buNone/>
              <a:defRPr sz="1867"/>
            </a:lvl5pPr>
            <a:lvl6pPr marL="3044692" indent="0">
              <a:buNone/>
              <a:defRPr sz="1867"/>
            </a:lvl6pPr>
            <a:lvl7pPr marL="3653627" indent="0">
              <a:buNone/>
              <a:defRPr sz="1867"/>
            </a:lvl7pPr>
            <a:lvl8pPr marL="4262565" indent="0">
              <a:buNone/>
              <a:defRPr sz="1867"/>
            </a:lvl8pPr>
            <a:lvl9pPr marL="4871506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8496C-2B48-4038-A997-33923D4E68F7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67540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706" y="1600205"/>
            <a:ext cx="5391525" cy="4525963"/>
          </a:xfrm>
          <a:prstGeom prst="rect">
            <a:avLst/>
          </a:prstGeom>
        </p:spPr>
        <p:txBody>
          <a:bodyPr lIns="91345" tIns="45672" rIns="91345" bIns="45672"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88823" y="1600205"/>
            <a:ext cx="5393480" cy="4525963"/>
          </a:xfrm>
          <a:prstGeom prst="rect">
            <a:avLst/>
          </a:prstGeom>
        </p:spPr>
        <p:txBody>
          <a:bodyPr lIns="91345" tIns="45672" rIns="91345" bIns="45672"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BA0D-75FD-46D0-B7D2-E9D8E683C02F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516358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4" y="274639"/>
            <a:ext cx="1097260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713" y="1535113"/>
            <a:ext cx="5387617" cy="639763"/>
          </a:xfrm>
          <a:prstGeom prst="rect">
            <a:avLst/>
          </a:prstGeom>
        </p:spPr>
        <p:txBody>
          <a:bodyPr lIns="91345" tIns="45672" rIns="91345" bIns="45672" anchor="b"/>
          <a:lstStyle>
            <a:lvl1pPr marL="0" indent="0">
              <a:buNone/>
              <a:defRPr sz="3200" b="1"/>
            </a:lvl1pPr>
            <a:lvl2pPr marL="608935" indent="0">
              <a:buNone/>
              <a:defRPr sz="2667" b="1"/>
            </a:lvl2pPr>
            <a:lvl3pPr marL="1217870" indent="0">
              <a:buNone/>
              <a:defRPr sz="2400" b="1"/>
            </a:lvl3pPr>
            <a:lvl4pPr marL="1826816" indent="0">
              <a:buNone/>
              <a:defRPr sz="2133" b="1"/>
            </a:lvl4pPr>
            <a:lvl5pPr marL="2435746" indent="0">
              <a:buNone/>
              <a:defRPr sz="2133" b="1"/>
            </a:lvl5pPr>
            <a:lvl6pPr marL="3044692" indent="0">
              <a:buNone/>
              <a:defRPr sz="2133" b="1"/>
            </a:lvl6pPr>
            <a:lvl7pPr marL="3653627" indent="0">
              <a:buNone/>
              <a:defRPr sz="2133" b="1"/>
            </a:lvl7pPr>
            <a:lvl8pPr marL="4262565" indent="0">
              <a:buNone/>
              <a:defRPr sz="2133" b="1"/>
            </a:lvl8pPr>
            <a:lvl9pPr marL="4871506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713" y="2174875"/>
            <a:ext cx="5387617" cy="3951288"/>
          </a:xfrm>
          <a:prstGeom prst="rect">
            <a:avLst/>
          </a:prstGeom>
        </p:spPr>
        <p:txBody>
          <a:bodyPr lIns="91345" tIns="45672" rIns="91345" bIns="45672"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732" y="1535113"/>
            <a:ext cx="5389571" cy="639763"/>
          </a:xfrm>
          <a:prstGeom prst="rect">
            <a:avLst/>
          </a:prstGeom>
        </p:spPr>
        <p:txBody>
          <a:bodyPr lIns="91345" tIns="45672" rIns="91345" bIns="45672" anchor="b"/>
          <a:lstStyle>
            <a:lvl1pPr marL="0" indent="0">
              <a:buNone/>
              <a:defRPr sz="3200" b="1"/>
            </a:lvl1pPr>
            <a:lvl2pPr marL="608935" indent="0">
              <a:buNone/>
              <a:defRPr sz="2667" b="1"/>
            </a:lvl2pPr>
            <a:lvl3pPr marL="1217870" indent="0">
              <a:buNone/>
              <a:defRPr sz="2400" b="1"/>
            </a:lvl3pPr>
            <a:lvl4pPr marL="1826816" indent="0">
              <a:buNone/>
              <a:defRPr sz="2133" b="1"/>
            </a:lvl4pPr>
            <a:lvl5pPr marL="2435746" indent="0">
              <a:buNone/>
              <a:defRPr sz="2133" b="1"/>
            </a:lvl5pPr>
            <a:lvl6pPr marL="3044692" indent="0">
              <a:buNone/>
              <a:defRPr sz="2133" b="1"/>
            </a:lvl6pPr>
            <a:lvl7pPr marL="3653627" indent="0">
              <a:buNone/>
              <a:defRPr sz="2133" b="1"/>
            </a:lvl7pPr>
            <a:lvl8pPr marL="4262565" indent="0">
              <a:buNone/>
              <a:defRPr sz="2133" b="1"/>
            </a:lvl8pPr>
            <a:lvl9pPr marL="4871506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732" y="2174875"/>
            <a:ext cx="5389571" cy="3951288"/>
          </a:xfrm>
          <a:prstGeom prst="rect">
            <a:avLst/>
          </a:prstGeom>
        </p:spPr>
        <p:txBody>
          <a:bodyPr lIns="91345" tIns="45672" rIns="91345" bIns="45672"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54A5-6FA1-4F54-AA9E-5994169DE16A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90718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30919-0B1B-4905-A9C8-CBB53A334A4C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10674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764D-153A-4505-BC3E-0C3AE73137A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76230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2" y="273049"/>
            <a:ext cx="4011889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235" y="273064"/>
            <a:ext cx="6816108" cy="5853113"/>
          </a:xfrm>
          <a:prstGeom prst="rect">
            <a:avLst/>
          </a:prstGeom>
        </p:spPr>
        <p:txBody>
          <a:bodyPr lIns="91345" tIns="45672" rIns="91345" bIns="45672"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712" y="1435104"/>
            <a:ext cx="4011889" cy="4691063"/>
          </a:xfrm>
          <a:prstGeom prst="rect">
            <a:avLst/>
          </a:prstGeom>
        </p:spPr>
        <p:txBody>
          <a:bodyPr lIns="91345" tIns="45672" rIns="91345" bIns="45672"/>
          <a:lstStyle>
            <a:lvl1pPr marL="0" indent="0">
              <a:buNone/>
              <a:defRPr sz="1867"/>
            </a:lvl1pPr>
            <a:lvl2pPr marL="608935" indent="0">
              <a:buNone/>
              <a:defRPr sz="1600"/>
            </a:lvl2pPr>
            <a:lvl3pPr marL="1217870" indent="0">
              <a:buNone/>
              <a:defRPr sz="1333"/>
            </a:lvl3pPr>
            <a:lvl4pPr marL="1826816" indent="0">
              <a:buNone/>
              <a:defRPr sz="1200"/>
            </a:lvl4pPr>
            <a:lvl5pPr marL="2435746" indent="0">
              <a:buNone/>
              <a:defRPr sz="1200"/>
            </a:lvl5pPr>
            <a:lvl6pPr marL="3044692" indent="0">
              <a:buNone/>
              <a:defRPr sz="1200"/>
            </a:lvl6pPr>
            <a:lvl7pPr marL="3653627" indent="0">
              <a:buNone/>
              <a:defRPr sz="1200"/>
            </a:lvl7pPr>
            <a:lvl8pPr marL="4262565" indent="0">
              <a:buNone/>
              <a:defRPr sz="1200"/>
            </a:lvl8pPr>
            <a:lvl9pPr marL="4871506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9AD51-DA61-4A66-AD19-1C26890BCA04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701610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953" y="4800601"/>
            <a:ext cx="7314417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953" y="612775"/>
            <a:ext cx="7314417" cy="4114800"/>
          </a:xfrm>
          <a:prstGeom prst="rect">
            <a:avLst/>
          </a:prstGeom>
        </p:spPr>
        <p:txBody>
          <a:bodyPr lIns="91345" tIns="45672" rIns="91345" bIns="45672"/>
          <a:lstStyle>
            <a:lvl1pPr marL="0" indent="0">
              <a:buNone/>
              <a:defRPr sz="4267"/>
            </a:lvl1pPr>
            <a:lvl2pPr marL="608935" indent="0">
              <a:buNone/>
              <a:defRPr sz="3733"/>
            </a:lvl2pPr>
            <a:lvl3pPr marL="1217870" indent="0">
              <a:buNone/>
              <a:defRPr sz="3200"/>
            </a:lvl3pPr>
            <a:lvl4pPr marL="1826816" indent="0">
              <a:buNone/>
              <a:defRPr sz="2667"/>
            </a:lvl4pPr>
            <a:lvl5pPr marL="2435746" indent="0">
              <a:buNone/>
              <a:defRPr sz="2667"/>
            </a:lvl5pPr>
            <a:lvl6pPr marL="3044692" indent="0">
              <a:buNone/>
              <a:defRPr sz="2667"/>
            </a:lvl6pPr>
            <a:lvl7pPr marL="3653627" indent="0">
              <a:buNone/>
              <a:defRPr sz="2667"/>
            </a:lvl7pPr>
            <a:lvl8pPr marL="4262565" indent="0">
              <a:buNone/>
              <a:defRPr sz="2667"/>
            </a:lvl8pPr>
            <a:lvl9pPr marL="4871506" indent="0">
              <a:buNone/>
              <a:defRPr sz="2667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953" y="5367358"/>
            <a:ext cx="7314417" cy="804863"/>
          </a:xfrm>
          <a:prstGeom prst="rect">
            <a:avLst/>
          </a:prstGeom>
        </p:spPr>
        <p:txBody>
          <a:bodyPr lIns="91345" tIns="45672" rIns="91345" bIns="45672"/>
          <a:lstStyle>
            <a:lvl1pPr marL="0" indent="0">
              <a:buNone/>
              <a:defRPr sz="1867"/>
            </a:lvl1pPr>
            <a:lvl2pPr marL="608935" indent="0">
              <a:buNone/>
              <a:defRPr sz="1600"/>
            </a:lvl2pPr>
            <a:lvl3pPr marL="1217870" indent="0">
              <a:buNone/>
              <a:defRPr sz="1333"/>
            </a:lvl3pPr>
            <a:lvl4pPr marL="1826816" indent="0">
              <a:buNone/>
              <a:defRPr sz="1200"/>
            </a:lvl4pPr>
            <a:lvl5pPr marL="2435746" indent="0">
              <a:buNone/>
              <a:defRPr sz="1200"/>
            </a:lvl5pPr>
            <a:lvl6pPr marL="3044692" indent="0">
              <a:buNone/>
              <a:defRPr sz="1200"/>
            </a:lvl6pPr>
            <a:lvl7pPr marL="3653627" indent="0">
              <a:buNone/>
              <a:defRPr sz="1200"/>
            </a:lvl7pPr>
            <a:lvl8pPr marL="4262565" indent="0">
              <a:buNone/>
              <a:defRPr sz="1200"/>
            </a:lvl8pPr>
            <a:lvl9pPr marL="4871506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B380F-34AA-4CF1-89AC-87CCD7BCA2F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287610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vert="eaVert" lIns="91345" tIns="45672" rIns="91345" bIns="45672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0864E-BA67-4E49-8796-AE8EA7BC4AE2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600413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8904" y="328634"/>
            <a:ext cx="2856981" cy="5797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24094" y="328634"/>
            <a:ext cx="8387252" cy="5797551"/>
          </a:xfrm>
          <a:prstGeom prst="rect">
            <a:avLst/>
          </a:prstGeom>
        </p:spPr>
        <p:txBody>
          <a:bodyPr vert="eaVert" lIns="91345" tIns="45672" rIns="91345" bIns="45672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472FA-E09D-49BA-902C-385C9881000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462687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er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0"/>
          <p:cNvSpPr txBox="1">
            <a:spLocks noChangeArrowheads="1"/>
          </p:cNvSpPr>
          <p:nvPr/>
        </p:nvSpPr>
        <p:spPr bwMode="auto">
          <a:xfrm>
            <a:off x="264584" y="6548967"/>
            <a:ext cx="2207683" cy="328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793" tIns="60896" rIns="121793" bIns="60896" anchor="b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333" dirty="0">
                <a:solidFill>
                  <a:srgbClr val="4D4D4D"/>
                </a:solidFill>
              </a:rPr>
              <a:t>Delta Confidential</a:t>
            </a:r>
            <a:endParaRPr kumimoji="0" lang="zh-TW" altLang="en-US" sz="1333">
              <a:solidFill>
                <a:srgbClr val="4D4D4D"/>
              </a:solidFill>
            </a:endParaRPr>
          </a:p>
        </p:txBody>
      </p:sp>
      <p:pic>
        <p:nvPicPr>
          <p:cNvPr id="5" name="Picture 8" descr="delta_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35" y="431800"/>
            <a:ext cx="1824567" cy="560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927652" y="2420888"/>
            <a:ext cx="8352928" cy="3312368"/>
          </a:xfrm>
          <a:prstGeom prst="rect">
            <a:avLst/>
          </a:prstGeom>
        </p:spPr>
        <p:txBody>
          <a:bodyPr lIns="91345" tIns="45672" rIns="91345" bIns="45672">
            <a:normAutofit/>
          </a:bodyPr>
          <a:lstStyle>
            <a:lvl1pPr marL="380592" indent="-380592">
              <a:lnSpc>
                <a:spcPts val="2400"/>
              </a:lnSpc>
              <a:spcBef>
                <a:spcPts val="2933"/>
              </a:spcBef>
              <a:buFont typeface="Arial" pitchFamily="34" charset="0"/>
              <a:buChar char="•"/>
              <a:defRPr sz="3733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8935" indent="0">
              <a:buNone/>
              <a:defRPr sz="3733">
                <a:solidFill>
                  <a:schemeClr val="tx1"/>
                </a:solidFill>
              </a:defRPr>
            </a:lvl2pPr>
            <a:lvl3pPr marL="1217870" indent="0">
              <a:buNone/>
              <a:defRPr sz="3733">
                <a:solidFill>
                  <a:schemeClr val="tx1"/>
                </a:solidFill>
              </a:defRPr>
            </a:lvl3pPr>
            <a:lvl4pPr marL="1826816" indent="0">
              <a:buNone/>
              <a:defRPr sz="1200"/>
            </a:lvl4pPr>
            <a:lvl5pPr marL="2435746" indent="0">
              <a:buNone/>
              <a:defRPr sz="1200"/>
            </a:lvl5pPr>
            <a:lvl6pPr marL="3044692" indent="0">
              <a:buNone/>
              <a:defRPr sz="1200"/>
            </a:lvl6pPr>
            <a:lvl7pPr marL="3653627" indent="0">
              <a:buNone/>
              <a:defRPr sz="1200"/>
            </a:lvl7pPr>
            <a:lvl8pPr marL="4262565" indent="0">
              <a:buNone/>
              <a:defRPr sz="1200"/>
            </a:lvl8pPr>
            <a:lvl9pPr marL="4871506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0" name="標題 1"/>
          <p:cNvSpPr>
            <a:spLocks noGrp="1"/>
          </p:cNvSpPr>
          <p:nvPr>
            <p:ph type="ctrTitle"/>
          </p:nvPr>
        </p:nvSpPr>
        <p:spPr>
          <a:xfrm>
            <a:off x="2831639" y="404664"/>
            <a:ext cx="8445963" cy="1584176"/>
          </a:xfrm>
        </p:spPr>
        <p:txBody>
          <a:bodyPr>
            <a:noAutofit/>
          </a:bodyPr>
          <a:lstStyle>
            <a:lvl1pPr algn="l">
              <a:defRPr sz="4267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1D477E3-9576-4645-B831-782CD4BBE1D9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9480869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547" y="2130466"/>
            <a:ext cx="10362907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9094" y="3886200"/>
            <a:ext cx="8533813" cy="1752600"/>
          </a:xfrm>
          <a:prstGeom prst="rect">
            <a:avLst/>
          </a:prstGeom>
        </p:spPr>
        <p:txBody>
          <a:bodyPr lIns="91374" tIns="45687" rIns="91374" bIns="45687"/>
          <a:lstStyle>
            <a:lvl1pPr marL="0" indent="0" algn="ctr">
              <a:buNone/>
              <a:defRPr/>
            </a:lvl1pPr>
            <a:lvl2pPr marL="609135" indent="0" algn="ctr">
              <a:buNone/>
              <a:defRPr/>
            </a:lvl2pPr>
            <a:lvl3pPr marL="1218270" indent="0" algn="ctr">
              <a:buNone/>
              <a:defRPr/>
            </a:lvl3pPr>
            <a:lvl4pPr marL="1827410" indent="0" algn="ctr">
              <a:buNone/>
              <a:defRPr/>
            </a:lvl4pPr>
            <a:lvl5pPr marL="2436540" indent="0" algn="ctr">
              <a:buNone/>
              <a:defRPr/>
            </a:lvl5pPr>
            <a:lvl6pPr marL="3045685" indent="0" algn="ctr">
              <a:buNone/>
              <a:defRPr/>
            </a:lvl6pPr>
            <a:lvl7pPr marL="3654821" indent="0" algn="ctr">
              <a:buNone/>
              <a:defRPr/>
            </a:lvl7pPr>
            <a:lvl8pPr marL="4263957" indent="0" algn="ctr">
              <a:buNone/>
              <a:defRPr/>
            </a:lvl8pPr>
            <a:lvl9pPr marL="4873098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84391-D8D3-494B-A197-8C82BDAD8668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82059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lIns="91374" tIns="45687" rIns="91374" bIns="45687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F6401-0314-4FE4-871E-5C401231630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066027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417" y="4406925"/>
            <a:ext cx="10362905" cy="1362075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417" y="2906713"/>
            <a:ext cx="10362905" cy="1500187"/>
          </a:xfrm>
          <a:prstGeom prst="rect">
            <a:avLst/>
          </a:prstGeom>
        </p:spPr>
        <p:txBody>
          <a:bodyPr lIns="91374" tIns="45687" rIns="91374" bIns="45687" anchor="b"/>
          <a:lstStyle>
            <a:lvl1pPr marL="0" indent="0">
              <a:buNone/>
              <a:defRPr sz="2667"/>
            </a:lvl1pPr>
            <a:lvl2pPr marL="609135" indent="0">
              <a:buNone/>
              <a:defRPr sz="2400"/>
            </a:lvl2pPr>
            <a:lvl3pPr marL="1218270" indent="0">
              <a:buNone/>
              <a:defRPr sz="2133"/>
            </a:lvl3pPr>
            <a:lvl4pPr marL="1827410" indent="0">
              <a:buNone/>
              <a:defRPr sz="1867"/>
            </a:lvl4pPr>
            <a:lvl5pPr marL="2436540" indent="0">
              <a:buNone/>
              <a:defRPr sz="1867"/>
            </a:lvl5pPr>
            <a:lvl6pPr marL="3045685" indent="0">
              <a:buNone/>
              <a:defRPr sz="1867"/>
            </a:lvl6pPr>
            <a:lvl7pPr marL="3654821" indent="0">
              <a:buNone/>
              <a:defRPr sz="1867"/>
            </a:lvl7pPr>
            <a:lvl8pPr marL="4263957" indent="0">
              <a:buNone/>
              <a:defRPr sz="1867"/>
            </a:lvl8pPr>
            <a:lvl9pPr marL="4873098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8496C-2B48-4038-A997-33923D4E68F7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525858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706" y="1600205"/>
            <a:ext cx="5391525" cy="4525963"/>
          </a:xfrm>
          <a:prstGeom prst="rect">
            <a:avLst/>
          </a:prstGeom>
        </p:spPr>
        <p:txBody>
          <a:bodyPr lIns="91374" tIns="45687" rIns="91374" bIns="45687"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88823" y="1600205"/>
            <a:ext cx="5393480" cy="4525963"/>
          </a:xfrm>
          <a:prstGeom prst="rect">
            <a:avLst/>
          </a:prstGeom>
        </p:spPr>
        <p:txBody>
          <a:bodyPr lIns="91374" tIns="45687" rIns="91374" bIns="45687"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BA0D-75FD-46D0-B7D2-E9D8E683C02F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369835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4" y="274639"/>
            <a:ext cx="1097260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713" y="1535113"/>
            <a:ext cx="5387617" cy="639763"/>
          </a:xfrm>
          <a:prstGeom prst="rect">
            <a:avLst/>
          </a:prstGeom>
        </p:spPr>
        <p:txBody>
          <a:bodyPr lIns="91374" tIns="45687" rIns="91374" bIns="45687" anchor="b"/>
          <a:lstStyle>
            <a:lvl1pPr marL="0" indent="0">
              <a:buNone/>
              <a:defRPr sz="3200" b="1"/>
            </a:lvl1pPr>
            <a:lvl2pPr marL="609135" indent="0">
              <a:buNone/>
              <a:defRPr sz="2667" b="1"/>
            </a:lvl2pPr>
            <a:lvl3pPr marL="1218270" indent="0">
              <a:buNone/>
              <a:defRPr sz="2400" b="1"/>
            </a:lvl3pPr>
            <a:lvl4pPr marL="1827410" indent="0">
              <a:buNone/>
              <a:defRPr sz="2133" b="1"/>
            </a:lvl4pPr>
            <a:lvl5pPr marL="2436540" indent="0">
              <a:buNone/>
              <a:defRPr sz="2133" b="1"/>
            </a:lvl5pPr>
            <a:lvl6pPr marL="3045685" indent="0">
              <a:buNone/>
              <a:defRPr sz="2133" b="1"/>
            </a:lvl6pPr>
            <a:lvl7pPr marL="3654821" indent="0">
              <a:buNone/>
              <a:defRPr sz="2133" b="1"/>
            </a:lvl7pPr>
            <a:lvl8pPr marL="4263957" indent="0">
              <a:buNone/>
              <a:defRPr sz="2133" b="1"/>
            </a:lvl8pPr>
            <a:lvl9pPr marL="487309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713" y="2174875"/>
            <a:ext cx="5387617" cy="3951288"/>
          </a:xfrm>
          <a:prstGeom prst="rect">
            <a:avLst/>
          </a:prstGeom>
        </p:spPr>
        <p:txBody>
          <a:bodyPr lIns="91374" tIns="45687" rIns="91374" bIns="45687"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732" y="1535113"/>
            <a:ext cx="5389571" cy="639763"/>
          </a:xfrm>
          <a:prstGeom prst="rect">
            <a:avLst/>
          </a:prstGeom>
        </p:spPr>
        <p:txBody>
          <a:bodyPr lIns="91374" tIns="45687" rIns="91374" bIns="45687" anchor="b"/>
          <a:lstStyle>
            <a:lvl1pPr marL="0" indent="0">
              <a:buNone/>
              <a:defRPr sz="3200" b="1"/>
            </a:lvl1pPr>
            <a:lvl2pPr marL="609135" indent="0">
              <a:buNone/>
              <a:defRPr sz="2667" b="1"/>
            </a:lvl2pPr>
            <a:lvl3pPr marL="1218270" indent="0">
              <a:buNone/>
              <a:defRPr sz="2400" b="1"/>
            </a:lvl3pPr>
            <a:lvl4pPr marL="1827410" indent="0">
              <a:buNone/>
              <a:defRPr sz="2133" b="1"/>
            </a:lvl4pPr>
            <a:lvl5pPr marL="2436540" indent="0">
              <a:buNone/>
              <a:defRPr sz="2133" b="1"/>
            </a:lvl5pPr>
            <a:lvl6pPr marL="3045685" indent="0">
              <a:buNone/>
              <a:defRPr sz="2133" b="1"/>
            </a:lvl6pPr>
            <a:lvl7pPr marL="3654821" indent="0">
              <a:buNone/>
              <a:defRPr sz="2133" b="1"/>
            </a:lvl7pPr>
            <a:lvl8pPr marL="4263957" indent="0">
              <a:buNone/>
              <a:defRPr sz="2133" b="1"/>
            </a:lvl8pPr>
            <a:lvl9pPr marL="487309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732" y="2174875"/>
            <a:ext cx="5389571" cy="3951288"/>
          </a:xfrm>
          <a:prstGeom prst="rect">
            <a:avLst/>
          </a:prstGeom>
        </p:spPr>
        <p:txBody>
          <a:bodyPr lIns="91374" tIns="45687" rIns="91374" bIns="45687"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54A5-6FA1-4F54-AA9E-5994169DE16A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675008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30919-0B1B-4905-A9C8-CBB53A334A4C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078374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764D-153A-4505-BC3E-0C3AE73137A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77251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2" y="273049"/>
            <a:ext cx="4011889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230" y="273064"/>
            <a:ext cx="6816108" cy="5853113"/>
          </a:xfrm>
          <a:prstGeom prst="rect">
            <a:avLst/>
          </a:prstGeom>
        </p:spPr>
        <p:txBody>
          <a:bodyPr lIns="91374" tIns="45687" rIns="91374" bIns="45687"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712" y="1435104"/>
            <a:ext cx="4011889" cy="4691063"/>
          </a:xfrm>
          <a:prstGeom prst="rect">
            <a:avLst/>
          </a:prstGeom>
        </p:spPr>
        <p:txBody>
          <a:bodyPr lIns="91374" tIns="45687" rIns="91374" bIns="45687"/>
          <a:lstStyle>
            <a:lvl1pPr marL="0" indent="0">
              <a:buNone/>
              <a:defRPr sz="1867"/>
            </a:lvl1pPr>
            <a:lvl2pPr marL="609135" indent="0">
              <a:buNone/>
              <a:defRPr sz="1600"/>
            </a:lvl2pPr>
            <a:lvl3pPr marL="1218270" indent="0">
              <a:buNone/>
              <a:defRPr sz="1333"/>
            </a:lvl3pPr>
            <a:lvl4pPr marL="1827410" indent="0">
              <a:buNone/>
              <a:defRPr sz="1200"/>
            </a:lvl4pPr>
            <a:lvl5pPr marL="2436540" indent="0">
              <a:buNone/>
              <a:defRPr sz="1200"/>
            </a:lvl5pPr>
            <a:lvl6pPr marL="3045685" indent="0">
              <a:buNone/>
              <a:defRPr sz="1200"/>
            </a:lvl6pPr>
            <a:lvl7pPr marL="3654821" indent="0">
              <a:buNone/>
              <a:defRPr sz="1200"/>
            </a:lvl7pPr>
            <a:lvl8pPr marL="4263957" indent="0">
              <a:buNone/>
              <a:defRPr sz="1200"/>
            </a:lvl8pPr>
            <a:lvl9pPr marL="487309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9AD51-DA61-4A66-AD19-1C26890BCA04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955322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953" y="4800601"/>
            <a:ext cx="7314417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953" y="612775"/>
            <a:ext cx="7314417" cy="4114800"/>
          </a:xfrm>
          <a:prstGeom prst="rect">
            <a:avLst/>
          </a:prstGeom>
        </p:spPr>
        <p:txBody>
          <a:bodyPr lIns="91374" tIns="45687" rIns="91374" bIns="45687"/>
          <a:lstStyle>
            <a:lvl1pPr marL="0" indent="0">
              <a:buNone/>
              <a:defRPr sz="4267"/>
            </a:lvl1pPr>
            <a:lvl2pPr marL="609135" indent="0">
              <a:buNone/>
              <a:defRPr sz="3733"/>
            </a:lvl2pPr>
            <a:lvl3pPr marL="1218270" indent="0">
              <a:buNone/>
              <a:defRPr sz="3200"/>
            </a:lvl3pPr>
            <a:lvl4pPr marL="1827410" indent="0">
              <a:buNone/>
              <a:defRPr sz="2667"/>
            </a:lvl4pPr>
            <a:lvl5pPr marL="2436540" indent="0">
              <a:buNone/>
              <a:defRPr sz="2667"/>
            </a:lvl5pPr>
            <a:lvl6pPr marL="3045685" indent="0">
              <a:buNone/>
              <a:defRPr sz="2667"/>
            </a:lvl6pPr>
            <a:lvl7pPr marL="3654821" indent="0">
              <a:buNone/>
              <a:defRPr sz="2667"/>
            </a:lvl7pPr>
            <a:lvl8pPr marL="4263957" indent="0">
              <a:buNone/>
              <a:defRPr sz="2667"/>
            </a:lvl8pPr>
            <a:lvl9pPr marL="4873098" indent="0">
              <a:buNone/>
              <a:defRPr sz="2667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953" y="5367353"/>
            <a:ext cx="7314417" cy="804863"/>
          </a:xfrm>
          <a:prstGeom prst="rect">
            <a:avLst/>
          </a:prstGeom>
        </p:spPr>
        <p:txBody>
          <a:bodyPr lIns="91374" tIns="45687" rIns="91374" bIns="45687"/>
          <a:lstStyle>
            <a:lvl1pPr marL="0" indent="0">
              <a:buNone/>
              <a:defRPr sz="1867"/>
            </a:lvl1pPr>
            <a:lvl2pPr marL="609135" indent="0">
              <a:buNone/>
              <a:defRPr sz="1600"/>
            </a:lvl2pPr>
            <a:lvl3pPr marL="1218270" indent="0">
              <a:buNone/>
              <a:defRPr sz="1333"/>
            </a:lvl3pPr>
            <a:lvl4pPr marL="1827410" indent="0">
              <a:buNone/>
              <a:defRPr sz="1200"/>
            </a:lvl4pPr>
            <a:lvl5pPr marL="2436540" indent="0">
              <a:buNone/>
              <a:defRPr sz="1200"/>
            </a:lvl5pPr>
            <a:lvl6pPr marL="3045685" indent="0">
              <a:buNone/>
              <a:defRPr sz="1200"/>
            </a:lvl6pPr>
            <a:lvl7pPr marL="3654821" indent="0">
              <a:buNone/>
              <a:defRPr sz="1200"/>
            </a:lvl7pPr>
            <a:lvl8pPr marL="4263957" indent="0">
              <a:buNone/>
              <a:defRPr sz="1200"/>
            </a:lvl8pPr>
            <a:lvl9pPr marL="487309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B380F-34AA-4CF1-89AC-87CCD7BCA2F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875437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vert="eaVert" lIns="91374" tIns="45687" rIns="91374" bIns="45687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0864E-BA67-4E49-8796-AE8EA7BC4AE2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316758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8904" y="328617"/>
            <a:ext cx="2856981" cy="5797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24089" y="328617"/>
            <a:ext cx="8387252" cy="5797551"/>
          </a:xfrm>
          <a:prstGeom prst="rect">
            <a:avLst/>
          </a:prstGeom>
        </p:spPr>
        <p:txBody>
          <a:bodyPr vert="eaVert" lIns="91374" tIns="45687" rIns="91374" bIns="45687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472FA-E09D-49BA-902C-385C9881000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440284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er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0"/>
          <p:cNvSpPr txBox="1">
            <a:spLocks noChangeArrowheads="1"/>
          </p:cNvSpPr>
          <p:nvPr/>
        </p:nvSpPr>
        <p:spPr bwMode="auto">
          <a:xfrm>
            <a:off x="264584" y="6548920"/>
            <a:ext cx="2207683" cy="328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832" tIns="60916" rIns="121832" bIns="60916" anchor="b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333" dirty="0">
                <a:solidFill>
                  <a:srgbClr val="4D4D4D"/>
                </a:solidFill>
              </a:rPr>
              <a:t>Delta Confidential</a:t>
            </a:r>
            <a:endParaRPr kumimoji="0" lang="zh-TW" altLang="en-US" sz="1333">
              <a:solidFill>
                <a:srgbClr val="4D4D4D"/>
              </a:solidFill>
            </a:endParaRPr>
          </a:p>
        </p:txBody>
      </p:sp>
      <p:pic>
        <p:nvPicPr>
          <p:cNvPr id="5" name="Picture 8" descr="delta_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30" y="431800"/>
            <a:ext cx="1824567" cy="560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927652" y="2420888"/>
            <a:ext cx="8352928" cy="3312368"/>
          </a:xfrm>
          <a:prstGeom prst="rect">
            <a:avLst/>
          </a:prstGeom>
        </p:spPr>
        <p:txBody>
          <a:bodyPr lIns="91374" tIns="45687" rIns="91374" bIns="45687">
            <a:normAutofit/>
          </a:bodyPr>
          <a:lstStyle>
            <a:lvl1pPr marL="380714" indent="-380714">
              <a:lnSpc>
                <a:spcPts val="2400"/>
              </a:lnSpc>
              <a:spcBef>
                <a:spcPts val="2933"/>
              </a:spcBef>
              <a:buFont typeface="Arial" pitchFamily="34" charset="0"/>
              <a:buChar char="•"/>
              <a:defRPr sz="3733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35" indent="0">
              <a:buNone/>
              <a:defRPr sz="3733">
                <a:solidFill>
                  <a:schemeClr val="tx1"/>
                </a:solidFill>
              </a:defRPr>
            </a:lvl2pPr>
            <a:lvl3pPr marL="1218270" indent="0">
              <a:buNone/>
              <a:defRPr sz="3733">
                <a:solidFill>
                  <a:schemeClr val="tx1"/>
                </a:solidFill>
              </a:defRPr>
            </a:lvl3pPr>
            <a:lvl4pPr marL="1827410" indent="0">
              <a:buNone/>
              <a:defRPr sz="1200"/>
            </a:lvl4pPr>
            <a:lvl5pPr marL="2436540" indent="0">
              <a:buNone/>
              <a:defRPr sz="1200"/>
            </a:lvl5pPr>
            <a:lvl6pPr marL="3045685" indent="0">
              <a:buNone/>
              <a:defRPr sz="1200"/>
            </a:lvl6pPr>
            <a:lvl7pPr marL="3654821" indent="0">
              <a:buNone/>
              <a:defRPr sz="1200"/>
            </a:lvl7pPr>
            <a:lvl8pPr marL="4263957" indent="0">
              <a:buNone/>
              <a:defRPr sz="1200"/>
            </a:lvl8pPr>
            <a:lvl9pPr marL="487309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0" name="標題 1"/>
          <p:cNvSpPr>
            <a:spLocks noGrp="1"/>
          </p:cNvSpPr>
          <p:nvPr>
            <p:ph type="ctrTitle"/>
          </p:nvPr>
        </p:nvSpPr>
        <p:spPr>
          <a:xfrm>
            <a:off x="2831639" y="404664"/>
            <a:ext cx="8445963" cy="1584176"/>
          </a:xfrm>
        </p:spPr>
        <p:txBody>
          <a:bodyPr>
            <a:noAutofit/>
          </a:bodyPr>
          <a:lstStyle>
            <a:lvl1pPr algn="l">
              <a:defRPr sz="4267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1D477E3-9576-4645-B831-782CD4BBE1D9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105011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Cover_16 9_hand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5" y="0"/>
            <a:ext cx="609388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1377" y="404665"/>
            <a:ext cx="5184576" cy="1680187"/>
          </a:xfrm>
        </p:spPr>
        <p:txBody>
          <a:bodyPr>
            <a:noAutofit/>
          </a:bodyPr>
          <a:lstStyle>
            <a:lvl1pPr algn="l">
              <a:defRPr sz="4800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28400" y="5637245"/>
            <a:ext cx="5091541" cy="720080"/>
          </a:xfrm>
          <a:prstGeom prst="rect">
            <a:avLst/>
          </a:prstGeom>
        </p:spPr>
        <p:txBody>
          <a:bodyPr lIns="91374" tIns="45687" rIns="91374" bIns="45687" anchor="b">
            <a:normAutofit/>
          </a:bodyPr>
          <a:lstStyle>
            <a:lvl1pPr marL="0" indent="0" algn="l">
              <a:buNone/>
              <a:defRPr sz="2667" baseline="0">
                <a:solidFill>
                  <a:schemeClr val="tx1"/>
                </a:solidFill>
              </a:defRPr>
            </a:lvl1pPr>
            <a:lvl2pPr marL="609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5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48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3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30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0750576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547" y="2130474"/>
            <a:ext cx="10362907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9094" y="3886200"/>
            <a:ext cx="8533813" cy="1752600"/>
          </a:xfrm>
          <a:prstGeom prst="rect">
            <a:avLst/>
          </a:prstGeom>
        </p:spPr>
        <p:txBody>
          <a:bodyPr lIns="91331" tIns="45665" rIns="91331" bIns="45665"/>
          <a:lstStyle>
            <a:lvl1pPr marL="0" indent="0" algn="ctr">
              <a:buNone/>
              <a:defRPr/>
            </a:lvl1pPr>
            <a:lvl2pPr marL="608835" indent="0" algn="ctr">
              <a:buNone/>
              <a:defRPr/>
            </a:lvl2pPr>
            <a:lvl3pPr marL="1217670" indent="0" algn="ctr">
              <a:buNone/>
              <a:defRPr/>
            </a:lvl3pPr>
            <a:lvl4pPr marL="1826517" indent="0" algn="ctr">
              <a:buNone/>
              <a:defRPr/>
            </a:lvl4pPr>
            <a:lvl5pPr marL="2435347" indent="0" algn="ctr">
              <a:buNone/>
              <a:defRPr/>
            </a:lvl5pPr>
            <a:lvl6pPr marL="3044195" indent="0" algn="ctr">
              <a:buNone/>
              <a:defRPr/>
            </a:lvl6pPr>
            <a:lvl7pPr marL="3653030" indent="0" algn="ctr">
              <a:buNone/>
              <a:defRPr/>
            </a:lvl7pPr>
            <a:lvl8pPr marL="4261869" indent="0" algn="ctr">
              <a:buNone/>
              <a:defRPr/>
            </a:lvl8pPr>
            <a:lvl9pPr marL="487071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84391-D8D3-494B-A197-8C82BDAD8668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088212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lIns="91331" tIns="45665" rIns="91331" bIns="45665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F6401-0314-4FE4-871E-5C401231630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449203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417" y="4406925"/>
            <a:ext cx="10362905" cy="1362075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417" y="2906713"/>
            <a:ext cx="10362905" cy="1500187"/>
          </a:xfrm>
          <a:prstGeom prst="rect">
            <a:avLst/>
          </a:prstGeom>
        </p:spPr>
        <p:txBody>
          <a:bodyPr lIns="91331" tIns="45665" rIns="91331" bIns="45665" anchor="b"/>
          <a:lstStyle>
            <a:lvl1pPr marL="0" indent="0">
              <a:buNone/>
              <a:defRPr sz="2667"/>
            </a:lvl1pPr>
            <a:lvl2pPr marL="608835" indent="0">
              <a:buNone/>
              <a:defRPr sz="2400"/>
            </a:lvl2pPr>
            <a:lvl3pPr marL="1217670" indent="0">
              <a:buNone/>
              <a:defRPr sz="2133"/>
            </a:lvl3pPr>
            <a:lvl4pPr marL="1826517" indent="0">
              <a:buNone/>
              <a:defRPr sz="1867"/>
            </a:lvl4pPr>
            <a:lvl5pPr marL="2435347" indent="0">
              <a:buNone/>
              <a:defRPr sz="1867"/>
            </a:lvl5pPr>
            <a:lvl6pPr marL="3044195" indent="0">
              <a:buNone/>
              <a:defRPr sz="1867"/>
            </a:lvl6pPr>
            <a:lvl7pPr marL="3653030" indent="0">
              <a:buNone/>
              <a:defRPr sz="1867"/>
            </a:lvl7pPr>
            <a:lvl8pPr marL="4261869" indent="0">
              <a:buNone/>
              <a:defRPr sz="1867"/>
            </a:lvl8pPr>
            <a:lvl9pPr marL="4870710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8496C-2B48-4038-A997-33923D4E68F7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046726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706" y="1600205"/>
            <a:ext cx="5391525" cy="4525963"/>
          </a:xfrm>
          <a:prstGeom prst="rect">
            <a:avLst/>
          </a:prstGeom>
        </p:spPr>
        <p:txBody>
          <a:bodyPr lIns="91331" tIns="45665" rIns="91331" bIns="45665"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88823" y="1600205"/>
            <a:ext cx="5393480" cy="4525963"/>
          </a:xfrm>
          <a:prstGeom prst="rect">
            <a:avLst/>
          </a:prstGeom>
        </p:spPr>
        <p:txBody>
          <a:bodyPr lIns="91331" tIns="45665" rIns="91331" bIns="45665"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BA0D-75FD-46D0-B7D2-E9D8E683C02F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641727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4" y="274639"/>
            <a:ext cx="1097260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713" y="1535113"/>
            <a:ext cx="5387617" cy="639763"/>
          </a:xfrm>
          <a:prstGeom prst="rect">
            <a:avLst/>
          </a:prstGeom>
        </p:spPr>
        <p:txBody>
          <a:bodyPr lIns="91331" tIns="45665" rIns="91331" bIns="45665" anchor="b"/>
          <a:lstStyle>
            <a:lvl1pPr marL="0" indent="0">
              <a:buNone/>
              <a:defRPr sz="3200" b="1"/>
            </a:lvl1pPr>
            <a:lvl2pPr marL="608835" indent="0">
              <a:buNone/>
              <a:defRPr sz="2667" b="1"/>
            </a:lvl2pPr>
            <a:lvl3pPr marL="1217670" indent="0">
              <a:buNone/>
              <a:defRPr sz="2400" b="1"/>
            </a:lvl3pPr>
            <a:lvl4pPr marL="1826517" indent="0">
              <a:buNone/>
              <a:defRPr sz="2133" b="1"/>
            </a:lvl4pPr>
            <a:lvl5pPr marL="2435347" indent="0">
              <a:buNone/>
              <a:defRPr sz="2133" b="1"/>
            </a:lvl5pPr>
            <a:lvl6pPr marL="3044195" indent="0">
              <a:buNone/>
              <a:defRPr sz="2133" b="1"/>
            </a:lvl6pPr>
            <a:lvl7pPr marL="3653030" indent="0">
              <a:buNone/>
              <a:defRPr sz="2133" b="1"/>
            </a:lvl7pPr>
            <a:lvl8pPr marL="4261869" indent="0">
              <a:buNone/>
              <a:defRPr sz="2133" b="1"/>
            </a:lvl8pPr>
            <a:lvl9pPr marL="4870710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713" y="2174875"/>
            <a:ext cx="5387617" cy="3951288"/>
          </a:xfrm>
          <a:prstGeom prst="rect">
            <a:avLst/>
          </a:prstGeom>
        </p:spPr>
        <p:txBody>
          <a:bodyPr lIns="91331" tIns="45665" rIns="91331" bIns="45665"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732" y="1535113"/>
            <a:ext cx="5389571" cy="639763"/>
          </a:xfrm>
          <a:prstGeom prst="rect">
            <a:avLst/>
          </a:prstGeom>
        </p:spPr>
        <p:txBody>
          <a:bodyPr lIns="91331" tIns="45665" rIns="91331" bIns="45665" anchor="b"/>
          <a:lstStyle>
            <a:lvl1pPr marL="0" indent="0">
              <a:buNone/>
              <a:defRPr sz="3200" b="1"/>
            </a:lvl1pPr>
            <a:lvl2pPr marL="608835" indent="0">
              <a:buNone/>
              <a:defRPr sz="2667" b="1"/>
            </a:lvl2pPr>
            <a:lvl3pPr marL="1217670" indent="0">
              <a:buNone/>
              <a:defRPr sz="2400" b="1"/>
            </a:lvl3pPr>
            <a:lvl4pPr marL="1826517" indent="0">
              <a:buNone/>
              <a:defRPr sz="2133" b="1"/>
            </a:lvl4pPr>
            <a:lvl5pPr marL="2435347" indent="0">
              <a:buNone/>
              <a:defRPr sz="2133" b="1"/>
            </a:lvl5pPr>
            <a:lvl6pPr marL="3044195" indent="0">
              <a:buNone/>
              <a:defRPr sz="2133" b="1"/>
            </a:lvl6pPr>
            <a:lvl7pPr marL="3653030" indent="0">
              <a:buNone/>
              <a:defRPr sz="2133" b="1"/>
            </a:lvl7pPr>
            <a:lvl8pPr marL="4261869" indent="0">
              <a:buNone/>
              <a:defRPr sz="2133" b="1"/>
            </a:lvl8pPr>
            <a:lvl9pPr marL="4870710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732" y="2174875"/>
            <a:ext cx="5389571" cy="3951288"/>
          </a:xfrm>
          <a:prstGeom prst="rect">
            <a:avLst/>
          </a:prstGeom>
        </p:spPr>
        <p:txBody>
          <a:bodyPr lIns="91331" tIns="45665" rIns="91331" bIns="45665"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54A5-6FA1-4F54-AA9E-5994169DE16A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385471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30919-0B1B-4905-A9C8-CBB53A334A4C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962596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764D-153A-4505-BC3E-0C3AE73137A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906162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2" y="273049"/>
            <a:ext cx="4011889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238" y="273064"/>
            <a:ext cx="6816108" cy="5853113"/>
          </a:xfrm>
          <a:prstGeom prst="rect">
            <a:avLst/>
          </a:prstGeom>
        </p:spPr>
        <p:txBody>
          <a:bodyPr lIns="91331" tIns="45665" rIns="91331" bIns="45665"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712" y="1435104"/>
            <a:ext cx="4011889" cy="4691063"/>
          </a:xfrm>
          <a:prstGeom prst="rect">
            <a:avLst/>
          </a:prstGeom>
        </p:spPr>
        <p:txBody>
          <a:bodyPr lIns="91331" tIns="45665" rIns="91331" bIns="45665"/>
          <a:lstStyle>
            <a:lvl1pPr marL="0" indent="0">
              <a:buNone/>
              <a:defRPr sz="1867"/>
            </a:lvl1pPr>
            <a:lvl2pPr marL="608835" indent="0">
              <a:buNone/>
              <a:defRPr sz="1600"/>
            </a:lvl2pPr>
            <a:lvl3pPr marL="1217670" indent="0">
              <a:buNone/>
              <a:defRPr sz="1333"/>
            </a:lvl3pPr>
            <a:lvl4pPr marL="1826517" indent="0">
              <a:buNone/>
              <a:defRPr sz="1200"/>
            </a:lvl4pPr>
            <a:lvl5pPr marL="2435347" indent="0">
              <a:buNone/>
              <a:defRPr sz="1200"/>
            </a:lvl5pPr>
            <a:lvl6pPr marL="3044195" indent="0">
              <a:buNone/>
              <a:defRPr sz="1200"/>
            </a:lvl6pPr>
            <a:lvl7pPr marL="3653030" indent="0">
              <a:buNone/>
              <a:defRPr sz="1200"/>
            </a:lvl7pPr>
            <a:lvl8pPr marL="4261869" indent="0">
              <a:buNone/>
              <a:defRPr sz="1200"/>
            </a:lvl8pPr>
            <a:lvl9pPr marL="4870710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9AD51-DA61-4A66-AD19-1C26890BCA04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42054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953" y="4800601"/>
            <a:ext cx="7314417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953" y="612775"/>
            <a:ext cx="7314417" cy="4114800"/>
          </a:xfrm>
          <a:prstGeom prst="rect">
            <a:avLst/>
          </a:prstGeom>
        </p:spPr>
        <p:txBody>
          <a:bodyPr lIns="91331" tIns="45665" rIns="91331" bIns="45665"/>
          <a:lstStyle>
            <a:lvl1pPr marL="0" indent="0">
              <a:buNone/>
              <a:defRPr sz="4267"/>
            </a:lvl1pPr>
            <a:lvl2pPr marL="608835" indent="0">
              <a:buNone/>
              <a:defRPr sz="3733"/>
            </a:lvl2pPr>
            <a:lvl3pPr marL="1217670" indent="0">
              <a:buNone/>
              <a:defRPr sz="3200"/>
            </a:lvl3pPr>
            <a:lvl4pPr marL="1826517" indent="0">
              <a:buNone/>
              <a:defRPr sz="2667"/>
            </a:lvl4pPr>
            <a:lvl5pPr marL="2435347" indent="0">
              <a:buNone/>
              <a:defRPr sz="2667"/>
            </a:lvl5pPr>
            <a:lvl6pPr marL="3044195" indent="0">
              <a:buNone/>
              <a:defRPr sz="2667"/>
            </a:lvl6pPr>
            <a:lvl7pPr marL="3653030" indent="0">
              <a:buNone/>
              <a:defRPr sz="2667"/>
            </a:lvl7pPr>
            <a:lvl8pPr marL="4261869" indent="0">
              <a:buNone/>
              <a:defRPr sz="2667"/>
            </a:lvl8pPr>
            <a:lvl9pPr marL="4870710" indent="0">
              <a:buNone/>
              <a:defRPr sz="2667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953" y="5367361"/>
            <a:ext cx="7314417" cy="804863"/>
          </a:xfrm>
          <a:prstGeom prst="rect">
            <a:avLst/>
          </a:prstGeom>
        </p:spPr>
        <p:txBody>
          <a:bodyPr lIns="91331" tIns="45665" rIns="91331" bIns="45665"/>
          <a:lstStyle>
            <a:lvl1pPr marL="0" indent="0">
              <a:buNone/>
              <a:defRPr sz="1867"/>
            </a:lvl1pPr>
            <a:lvl2pPr marL="608835" indent="0">
              <a:buNone/>
              <a:defRPr sz="1600"/>
            </a:lvl2pPr>
            <a:lvl3pPr marL="1217670" indent="0">
              <a:buNone/>
              <a:defRPr sz="1333"/>
            </a:lvl3pPr>
            <a:lvl4pPr marL="1826517" indent="0">
              <a:buNone/>
              <a:defRPr sz="1200"/>
            </a:lvl4pPr>
            <a:lvl5pPr marL="2435347" indent="0">
              <a:buNone/>
              <a:defRPr sz="1200"/>
            </a:lvl5pPr>
            <a:lvl6pPr marL="3044195" indent="0">
              <a:buNone/>
              <a:defRPr sz="1200"/>
            </a:lvl6pPr>
            <a:lvl7pPr marL="3653030" indent="0">
              <a:buNone/>
              <a:defRPr sz="1200"/>
            </a:lvl7pPr>
            <a:lvl8pPr marL="4261869" indent="0">
              <a:buNone/>
              <a:defRPr sz="1200"/>
            </a:lvl8pPr>
            <a:lvl9pPr marL="4870710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B380F-34AA-4CF1-89AC-87CCD7BCA2F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783766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vert="eaVert" lIns="91331" tIns="45665" rIns="91331" bIns="45665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0864E-BA67-4E49-8796-AE8EA7BC4AE2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075714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8904" y="328617"/>
            <a:ext cx="2856981" cy="5797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24097" y="328617"/>
            <a:ext cx="8387252" cy="5797551"/>
          </a:xfrm>
          <a:prstGeom prst="rect">
            <a:avLst/>
          </a:prstGeom>
        </p:spPr>
        <p:txBody>
          <a:bodyPr vert="eaVert" lIns="91331" tIns="45665" rIns="91331" bIns="45665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472FA-E09D-49BA-902C-385C9881000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252117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er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0"/>
          <p:cNvSpPr txBox="1">
            <a:spLocks noChangeArrowheads="1"/>
          </p:cNvSpPr>
          <p:nvPr/>
        </p:nvSpPr>
        <p:spPr bwMode="auto">
          <a:xfrm>
            <a:off x="264584" y="6548985"/>
            <a:ext cx="2207683" cy="328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775" tIns="60887" rIns="121775" bIns="60887" anchor="b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333" dirty="0">
                <a:solidFill>
                  <a:srgbClr val="4D4D4D"/>
                </a:solidFill>
                <a:cs typeface="Arial"/>
              </a:rPr>
              <a:t>Delta Confidential</a:t>
            </a:r>
            <a:endParaRPr kumimoji="0" lang="zh-TW" altLang="en-US" sz="1333">
              <a:solidFill>
                <a:srgbClr val="4D4D4D"/>
              </a:solidFill>
              <a:cs typeface="Arial"/>
            </a:endParaRPr>
          </a:p>
        </p:txBody>
      </p:sp>
      <p:pic>
        <p:nvPicPr>
          <p:cNvPr id="5" name="Picture 8" descr="delta_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38" y="431800"/>
            <a:ext cx="1824567" cy="560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927652" y="2420888"/>
            <a:ext cx="8352928" cy="3312368"/>
          </a:xfrm>
          <a:prstGeom prst="rect">
            <a:avLst/>
          </a:prstGeom>
        </p:spPr>
        <p:txBody>
          <a:bodyPr lIns="91331" tIns="45665" rIns="91331" bIns="45665">
            <a:normAutofit/>
          </a:bodyPr>
          <a:lstStyle>
            <a:lvl1pPr marL="380530" indent="-380530">
              <a:lnSpc>
                <a:spcPts val="2400"/>
              </a:lnSpc>
              <a:spcBef>
                <a:spcPts val="2933"/>
              </a:spcBef>
              <a:buFont typeface="Arial" pitchFamily="34" charset="0"/>
              <a:buChar char="•"/>
              <a:defRPr sz="3733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8835" indent="0">
              <a:buNone/>
              <a:defRPr sz="3733">
                <a:solidFill>
                  <a:schemeClr val="tx1"/>
                </a:solidFill>
              </a:defRPr>
            </a:lvl2pPr>
            <a:lvl3pPr marL="1217670" indent="0">
              <a:buNone/>
              <a:defRPr sz="3733">
                <a:solidFill>
                  <a:schemeClr val="tx1"/>
                </a:solidFill>
              </a:defRPr>
            </a:lvl3pPr>
            <a:lvl4pPr marL="1826517" indent="0">
              <a:buNone/>
              <a:defRPr sz="1200"/>
            </a:lvl4pPr>
            <a:lvl5pPr marL="2435347" indent="0">
              <a:buNone/>
              <a:defRPr sz="1200"/>
            </a:lvl5pPr>
            <a:lvl6pPr marL="3044195" indent="0">
              <a:buNone/>
              <a:defRPr sz="1200"/>
            </a:lvl6pPr>
            <a:lvl7pPr marL="3653030" indent="0">
              <a:buNone/>
              <a:defRPr sz="1200"/>
            </a:lvl7pPr>
            <a:lvl8pPr marL="4261869" indent="0">
              <a:buNone/>
              <a:defRPr sz="1200"/>
            </a:lvl8pPr>
            <a:lvl9pPr marL="4870710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0" name="標題 1"/>
          <p:cNvSpPr>
            <a:spLocks noGrp="1"/>
          </p:cNvSpPr>
          <p:nvPr>
            <p:ph type="ctrTitle"/>
          </p:nvPr>
        </p:nvSpPr>
        <p:spPr>
          <a:xfrm>
            <a:off x="2831639" y="404664"/>
            <a:ext cx="8445963" cy="1584176"/>
          </a:xfrm>
        </p:spPr>
        <p:txBody>
          <a:bodyPr>
            <a:noAutofit/>
          </a:bodyPr>
          <a:lstStyle>
            <a:lvl1pPr algn="l">
              <a:defRPr sz="4267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1D477E3-9576-4645-B831-782CD4BBE1D9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575220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Cover_16 9_hand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5" y="0"/>
            <a:ext cx="609388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1377" y="404665"/>
            <a:ext cx="5184576" cy="1680187"/>
          </a:xfrm>
        </p:spPr>
        <p:txBody>
          <a:bodyPr>
            <a:noAutofit/>
          </a:bodyPr>
          <a:lstStyle>
            <a:lvl1pPr algn="l">
              <a:defRPr sz="4800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28400" y="5637245"/>
            <a:ext cx="5091541" cy="720080"/>
          </a:xfrm>
          <a:prstGeom prst="rect">
            <a:avLst/>
          </a:prstGeom>
        </p:spPr>
        <p:txBody>
          <a:bodyPr lIns="91331" tIns="45665" rIns="91331" bIns="45665" anchor="b">
            <a:normAutofit/>
          </a:bodyPr>
          <a:lstStyle>
            <a:lvl1pPr marL="0" indent="0" algn="l">
              <a:buNone/>
              <a:defRPr sz="2667" baseline="0">
                <a:solidFill>
                  <a:schemeClr val="tx1"/>
                </a:solidFill>
              </a:defRPr>
            </a:lvl1pPr>
            <a:lvl2pPr marL="60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7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65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53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41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30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1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0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595494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547" y="2130462"/>
            <a:ext cx="10362907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9094" y="3886200"/>
            <a:ext cx="8533813" cy="1752600"/>
          </a:xfrm>
          <a:prstGeom prst="rect">
            <a:avLst/>
          </a:prstGeom>
        </p:spPr>
        <p:txBody>
          <a:bodyPr lIns="91396" tIns="45697" rIns="91396" bIns="45697"/>
          <a:lstStyle>
            <a:lvl1pPr marL="0" indent="0" algn="ctr">
              <a:buNone/>
              <a:defRPr/>
            </a:lvl1pPr>
            <a:lvl2pPr marL="609286" indent="0" algn="ctr">
              <a:buNone/>
              <a:defRPr/>
            </a:lvl2pPr>
            <a:lvl3pPr marL="1218570" indent="0" algn="ctr">
              <a:buNone/>
              <a:defRPr/>
            </a:lvl3pPr>
            <a:lvl4pPr marL="1827858" indent="0" algn="ctr">
              <a:buNone/>
              <a:defRPr/>
            </a:lvl4pPr>
            <a:lvl5pPr marL="2437140" indent="0" algn="ctr">
              <a:buNone/>
              <a:defRPr/>
            </a:lvl5pPr>
            <a:lvl6pPr marL="3046432" indent="0" algn="ctr">
              <a:buNone/>
              <a:defRPr/>
            </a:lvl6pPr>
            <a:lvl7pPr marL="3655717" indent="0" algn="ctr">
              <a:buNone/>
              <a:defRPr/>
            </a:lvl7pPr>
            <a:lvl8pPr marL="4265003" indent="0" algn="ctr">
              <a:buNone/>
              <a:defRPr/>
            </a:lvl8pPr>
            <a:lvl9pPr marL="4874291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84391-D8D3-494B-A197-8C82BDAD8668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9659051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lIns="91396" tIns="45697" rIns="91396" bIns="45697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F6401-0314-4FE4-871E-5C401231630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253649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417" y="4406925"/>
            <a:ext cx="10362905" cy="1362075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417" y="2906713"/>
            <a:ext cx="10362905" cy="1500187"/>
          </a:xfrm>
          <a:prstGeom prst="rect">
            <a:avLst/>
          </a:prstGeom>
        </p:spPr>
        <p:txBody>
          <a:bodyPr lIns="91396" tIns="45697" rIns="91396" bIns="45697" anchor="b"/>
          <a:lstStyle>
            <a:lvl1pPr marL="0" indent="0">
              <a:buNone/>
              <a:defRPr sz="2667"/>
            </a:lvl1pPr>
            <a:lvl2pPr marL="609286" indent="0">
              <a:buNone/>
              <a:defRPr sz="2400"/>
            </a:lvl2pPr>
            <a:lvl3pPr marL="1218570" indent="0">
              <a:buNone/>
              <a:defRPr sz="2133"/>
            </a:lvl3pPr>
            <a:lvl4pPr marL="1827858" indent="0">
              <a:buNone/>
              <a:defRPr sz="1867"/>
            </a:lvl4pPr>
            <a:lvl5pPr marL="2437140" indent="0">
              <a:buNone/>
              <a:defRPr sz="1867"/>
            </a:lvl5pPr>
            <a:lvl6pPr marL="3046432" indent="0">
              <a:buNone/>
              <a:defRPr sz="1867"/>
            </a:lvl6pPr>
            <a:lvl7pPr marL="3655717" indent="0">
              <a:buNone/>
              <a:defRPr sz="1867"/>
            </a:lvl7pPr>
            <a:lvl8pPr marL="4265003" indent="0">
              <a:buNone/>
              <a:defRPr sz="1867"/>
            </a:lvl8pPr>
            <a:lvl9pPr marL="4874291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8496C-2B48-4038-A997-33923D4E68F7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017194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706" y="1600205"/>
            <a:ext cx="5391525" cy="4525963"/>
          </a:xfrm>
          <a:prstGeom prst="rect">
            <a:avLst/>
          </a:prstGeom>
        </p:spPr>
        <p:txBody>
          <a:bodyPr lIns="91396" tIns="45697" rIns="91396" bIns="45697"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88823" y="1600205"/>
            <a:ext cx="5393480" cy="4525963"/>
          </a:xfrm>
          <a:prstGeom prst="rect">
            <a:avLst/>
          </a:prstGeom>
        </p:spPr>
        <p:txBody>
          <a:bodyPr lIns="91396" tIns="45697" rIns="91396" bIns="45697"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BA0D-75FD-46D0-B7D2-E9D8E683C02F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731318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4" y="274639"/>
            <a:ext cx="1097260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713" y="1535113"/>
            <a:ext cx="5387617" cy="639763"/>
          </a:xfrm>
          <a:prstGeom prst="rect">
            <a:avLst/>
          </a:prstGeom>
        </p:spPr>
        <p:txBody>
          <a:bodyPr lIns="91396" tIns="45697" rIns="91396" bIns="45697" anchor="b"/>
          <a:lstStyle>
            <a:lvl1pPr marL="0" indent="0">
              <a:buNone/>
              <a:defRPr sz="3200" b="1"/>
            </a:lvl1pPr>
            <a:lvl2pPr marL="609286" indent="0">
              <a:buNone/>
              <a:defRPr sz="2667" b="1"/>
            </a:lvl2pPr>
            <a:lvl3pPr marL="1218570" indent="0">
              <a:buNone/>
              <a:defRPr sz="2400" b="1"/>
            </a:lvl3pPr>
            <a:lvl4pPr marL="1827858" indent="0">
              <a:buNone/>
              <a:defRPr sz="2133" b="1"/>
            </a:lvl4pPr>
            <a:lvl5pPr marL="2437140" indent="0">
              <a:buNone/>
              <a:defRPr sz="2133" b="1"/>
            </a:lvl5pPr>
            <a:lvl6pPr marL="3046432" indent="0">
              <a:buNone/>
              <a:defRPr sz="2133" b="1"/>
            </a:lvl6pPr>
            <a:lvl7pPr marL="3655717" indent="0">
              <a:buNone/>
              <a:defRPr sz="2133" b="1"/>
            </a:lvl7pPr>
            <a:lvl8pPr marL="4265003" indent="0">
              <a:buNone/>
              <a:defRPr sz="2133" b="1"/>
            </a:lvl8pPr>
            <a:lvl9pPr marL="4874291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713" y="2174875"/>
            <a:ext cx="5387617" cy="3951288"/>
          </a:xfrm>
          <a:prstGeom prst="rect">
            <a:avLst/>
          </a:prstGeom>
        </p:spPr>
        <p:txBody>
          <a:bodyPr lIns="91396" tIns="45697" rIns="91396" bIns="45697"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732" y="1535113"/>
            <a:ext cx="5389571" cy="639763"/>
          </a:xfrm>
          <a:prstGeom prst="rect">
            <a:avLst/>
          </a:prstGeom>
        </p:spPr>
        <p:txBody>
          <a:bodyPr lIns="91396" tIns="45697" rIns="91396" bIns="45697" anchor="b"/>
          <a:lstStyle>
            <a:lvl1pPr marL="0" indent="0">
              <a:buNone/>
              <a:defRPr sz="3200" b="1"/>
            </a:lvl1pPr>
            <a:lvl2pPr marL="609286" indent="0">
              <a:buNone/>
              <a:defRPr sz="2667" b="1"/>
            </a:lvl2pPr>
            <a:lvl3pPr marL="1218570" indent="0">
              <a:buNone/>
              <a:defRPr sz="2400" b="1"/>
            </a:lvl3pPr>
            <a:lvl4pPr marL="1827858" indent="0">
              <a:buNone/>
              <a:defRPr sz="2133" b="1"/>
            </a:lvl4pPr>
            <a:lvl5pPr marL="2437140" indent="0">
              <a:buNone/>
              <a:defRPr sz="2133" b="1"/>
            </a:lvl5pPr>
            <a:lvl6pPr marL="3046432" indent="0">
              <a:buNone/>
              <a:defRPr sz="2133" b="1"/>
            </a:lvl6pPr>
            <a:lvl7pPr marL="3655717" indent="0">
              <a:buNone/>
              <a:defRPr sz="2133" b="1"/>
            </a:lvl7pPr>
            <a:lvl8pPr marL="4265003" indent="0">
              <a:buNone/>
              <a:defRPr sz="2133" b="1"/>
            </a:lvl8pPr>
            <a:lvl9pPr marL="4874291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732" y="2174875"/>
            <a:ext cx="5389571" cy="3951288"/>
          </a:xfrm>
          <a:prstGeom prst="rect">
            <a:avLst/>
          </a:prstGeom>
        </p:spPr>
        <p:txBody>
          <a:bodyPr lIns="91396" tIns="45697" rIns="91396" bIns="45697"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54A5-6FA1-4F54-AA9E-5994169DE16A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188933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30919-0B1B-4905-A9C8-CBB53A334A4C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555081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764D-153A-4505-BC3E-0C3AE73137A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669845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2" y="273049"/>
            <a:ext cx="4011889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226" y="273064"/>
            <a:ext cx="6816108" cy="5853113"/>
          </a:xfrm>
          <a:prstGeom prst="rect">
            <a:avLst/>
          </a:prstGeom>
        </p:spPr>
        <p:txBody>
          <a:bodyPr lIns="91396" tIns="45697" rIns="91396" bIns="45697"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712" y="1435104"/>
            <a:ext cx="4011889" cy="4691063"/>
          </a:xfrm>
          <a:prstGeom prst="rect">
            <a:avLst/>
          </a:prstGeom>
        </p:spPr>
        <p:txBody>
          <a:bodyPr lIns="91396" tIns="45697" rIns="91396" bIns="45697"/>
          <a:lstStyle>
            <a:lvl1pPr marL="0" indent="0">
              <a:buNone/>
              <a:defRPr sz="1867"/>
            </a:lvl1pPr>
            <a:lvl2pPr marL="609286" indent="0">
              <a:buNone/>
              <a:defRPr sz="1600"/>
            </a:lvl2pPr>
            <a:lvl3pPr marL="1218570" indent="0">
              <a:buNone/>
              <a:defRPr sz="1333"/>
            </a:lvl3pPr>
            <a:lvl4pPr marL="1827858" indent="0">
              <a:buNone/>
              <a:defRPr sz="1200"/>
            </a:lvl4pPr>
            <a:lvl5pPr marL="2437140" indent="0">
              <a:buNone/>
              <a:defRPr sz="1200"/>
            </a:lvl5pPr>
            <a:lvl6pPr marL="3046432" indent="0">
              <a:buNone/>
              <a:defRPr sz="1200"/>
            </a:lvl6pPr>
            <a:lvl7pPr marL="3655717" indent="0">
              <a:buNone/>
              <a:defRPr sz="1200"/>
            </a:lvl7pPr>
            <a:lvl8pPr marL="4265003" indent="0">
              <a:buNone/>
              <a:defRPr sz="1200"/>
            </a:lvl8pPr>
            <a:lvl9pPr marL="4874291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9AD51-DA61-4A66-AD19-1C26890BCA04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199560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953" y="4800601"/>
            <a:ext cx="7314417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953" y="612775"/>
            <a:ext cx="7314417" cy="4114800"/>
          </a:xfrm>
          <a:prstGeom prst="rect">
            <a:avLst/>
          </a:prstGeom>
        </p:spPr>
        <p:txBody>
          <a:bodyPr lIns="91396" tIns="45697" rIns="91396" bIns="45697"/>
          <a:lstStyle>
            <a:lvl1pPr marL="0" indent="0">
              <a:buNone/>
              <a:defRPr sz="4267"/>
            </a:lvl1pPr>
            <a:lvl2pPr marL="609286" indent="0">
              <a:buNone/>
              <a:defRPr sz="3733"/>
            </a:lvl2pPr>
            <a:lvl3pPr marL="1218570" indent="0">
              <a:buNone/>
              <a:defRPr sz="3200"/>
            </a:lvl3pPr>
            <a:lvl4pPr marL="1827858" indent="0">
              <a:buNone/>
              <a:defRPr sz="2667"/>
            </a:lvl4pPr>
            <a:lvl5pPr marL="2437140" indent="0">
              <a:buNone/>
              <a:defRPr sz="2667"/>
            </a:lvl5pPr>
            <a:lvl6pPr marL="3046432" indent="0">
              <a:buNone/>
              <a:defRPr sz="2667"/>
            </a:lvl6pPr>
            <a:lvl7pPr marL="3655717" indent="0">
              <a:buNone/>
              <a:defRPr sz="2667"/>
            </a:lvl7pPr>
            <a:lvl8pPr marL="4265003" indent="0">
              <a:buNone/>
              <a:defRPr sz="2667"/>
            </a:lvl8pPr>
            <a:lvl9pPr marL="4874291" indent="0">
              <a:buNone/>
              <a:defRPr sz="2667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953" y="5367349"/>
            <a:ext cx="7314417" cy="804863"/>
          </a:xfrm>
          <a:prstGeom prst="rect">
            <a:avLst/>
          </a:prstGeom>
        </p:spPr>
        <p:txBody>
          <a:bodyPr lIns="91396" tIns="45697" rIns="91396" bIns="45697"/>
          <a:lstStyle>
            <a:lvl1pPr marL="0" indent="0">
              <a:buNone/>
              <a:defRPr sz="1867"/>
            </a:lvl1pPr>
            <a:lvl2pPr marL="609286" indent="0">
              <a:buNone/>
              <a:defRPr sz="1600"/>
            </a:lvl2pPr>
            <a:lvl3pPr marL="1218570" indent="0">
              <a:buNone/>
              <a:defRPr sz="1333"/>
            </a:lvl3pPr>
            <a:lvl4pPr marL="1827858" indent="0">
              <a:buNone/>
              <a:defRPr sz="1200"/>
            </a:lvl4pPr>
            <a:lvl5pPr marL="2437140" indent="0">
              <a:buNone/>
              <a:defRPr sz="1200"/>
            </a:lvl5pPr>
            <a:lvl6pPr marL="3046432" indent="0">
              <a:buNone/>
              <a:defRPr sz="1200"/>
            </a:lvl6pPr>
            <a:lvl7pPr marL="3655717" indent="0">
              <a:buNone/>
              <a:defRPr sz="1200"/>
            </a:lvl7pPr>
            <a:lvl8pPr marL="4265003" indent="0">
              <a:buNone/>
              <a:defRPr sz="1200"/>
            </a:lvl8pPr>
            <a:lvl9pPr marL="4874291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B380F-34AA-4CF1-89AC-87CCD7BCA2F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184876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vert="eaVert" lIns="91396" tIns="45697" rIns="91396" bIns="45697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0864E-BA67-4E49-8796-AE8EA7BC4AE2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711573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8904" y="328617"/>
            <a:ext cx="2856981" cy="5797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24085" y="328617"/>
            <a:ext cx="8387252" cy="5797551"/>
          </a:xfrm>
          <a:prstGeom prst="rect">
            <a:avLst/>
          </a:prstGeom>
        </p:spPr>
        <p:txBody>
          <a:bodyPr vert="eaVert" lIns="91396" tIns="45697" rIns="91396" bIns="45697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472FA-E09D-49BA-902C-385C9881000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883328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er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10"/>
          <p:cNvSpPr txBox="1">
            <a:spLocks noChangeArrowheads="1"/>
          </p:cNvSpPr>
          <p:nvPr/>
        </p:nvSpPr>
        <p:spPr bwMode="auto">
          <a:xfrm>
            <a:off x="264584" y="6548891"/>
            <a:ext cx="2207683" cy="328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861" tIns="60929" rIns="121861" bIns="60929" anchor="b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333" dirty="0">
                <a:solidFill>
                  <a:srgbClr val="4D4D4D"/>
                </a:solidFill>
              </a:rPr>
              <a:t>Delta Confidential</a:t>
            </a:r>
            <a:endParaRPr kumimoji="0" lang="zh-TW" altLang="en-US" sz="1333">
              <a:solidFill>
                <a:srgbClr val="4D4D4D"/>
              </a:solidFill>
            </a:endParaRPr>
          </a:p>
        </p:txBody>
      </p:sp>
      <p:pic>
        <p:nvPicPr>
          <p:cNvPr id="5" name="Picture 8" descr="delta_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26" y="431800"/>
            <a:ext cx="1824567" cy="560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927652" y="2420888"/>
            <a:ext cx="8352928" cy="3312368"/>
          </a:xfrm>
          <a:prstGeom prst="rect">
            <a:avLst/>
          </a:prstGeom>
        </p:spPr>
        <p:txBody>
          <a:bodyPr lIns="91396" tIns="45697" rIns="91396" bIns="45697">
            <a:normAutofit/>
          </a:bodyPr>
          <a:lstStyle>
            <a:lvl1pPr marL="380806" indent="-380806">
              <a:lnSpc>
                <a:spcPts val="2400"/>
              </a:lnSpc>
              <a:spcBef>
                <a:spcPts val="2933"/>
              </a:spcBef>
              <a:buFont typeface="Arial" pitchFamily="34" charset="0"/>
              <a:buChar char="•"/>
              <a:defRPr sz="3733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286" indent="0">
              <a:buNone/>
              <a:defRPr sz="3733">
                <a:solidFill>
                  <a:schemeClr val="tx1"/>
                </a:solidFill>
              </a:defRPr>
            </a:lvl2pPr>
            <a:lvl3pPr marL="1218570" indent="0">
              <a:buNone/>
              <a:defRPr sz="3733">
                <a:solidFill>
                  <a:schemeClr val="tx1"/>
                </a:solidFill>
              </a:defRPr>
            </a:lvl3pPr>
            <a:lvl4pPr marL="1827858" indent="0">
              <a:buNone/>
              <a:defRPr sz="1200"/>
            </a:lvl4pPr>
            <a:lvl5pPr marL="2437140" indent="0">
              <a:buNone/>
              <a:defRPr sz="1200"/>
            </a:lvl5pPr>
            <a:lvl6pPr marL="3046432" indent="0">
              <a:buNone/>
              <a:defRPr sz="1200"/>
            </a:lvl6pPr>
            <a:lvl7pPr marL="3655717" indent="0">
              <a:buNone/>
              <a:defRPr sz="1200"/>
            </a:lvl7pPr>
            <a:lvl8pPr marL="4265003" indent="0">
              <a:buNone/>
              <a:defRPr sz="1200"/>
            </a:lvl8pPr>
            <a:lvl9pPr marL="4874291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0" name="標題 1"/>
          <p:cNvSpPr>
            <a:spLocks noGrp="1"/>
          </p:cNvSpPr>
          <p:nvPr>
            <p:ph type="ctrTitle"/>
          </p:nvPr>
        </p:nvSpPr>
        <p:spPr>
          <a:xfrm>
            <a:off x="2831639" y="404664"/>
            <a:ext cx="8445963" cy="1584176"/>
          </a:xfrm>
        </p:spPr>
        <p:txBody>
          <a:bodyPr>
            <a:noAutofit/>
          </a:bodyPr>
          <a:lstStyle>
            <a:lvl1pPr algn="l">
              <a:defRPr sz="4267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1D477E3-9576-4645-B831-782CD4BBE1D9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63529"/>
      </p:ext>
    </p:extLst>
  </p:cSld>
  <p:clrMapOvr>
    <a:masterClrMapping/>
  </p:clrMapOvr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Cover_16 9_hand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5" y="0"/>
            <a:ext cx="609388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1377" y="404665"/>
            <a:ext cx="5184576" cy="1680187"/>
          </a:xfrm>
        </p:spPr>
        <p:txBody>
          <a:bodyPr>
            <a:noAutofit/>
          </a:bodyPr>
          <a:lstStyle>
            <a:lvl1pPr algn="l">
              <a:defRPr sz="4800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28400" y="5637245"/>
            <a:ext cx="5091541" cy="720080"/>
          </a:xfrm>
          <a:prstGeom prst="rect">
            <a:avLst/>
          </a:prstGeom>
        </p:spPr>
        <p:txBody>
          <a:bodyPr lIns="91396" tIns="45697" rIns="91396" bIns="45697" anchor="b">
            <a:normAutofit/>
          </a:bodyPr>
          <a:lstStyle>
            <a:lvl1pPr marL="0" indent="0" algn="l">
              <a:buNone/>
              <a:defRPr sz="2667" baseline="0">
                <a:solidFill>
                  <a:schemeClr val="tx1"/>
                </a:solidFill>
              </a:defRPr>
            </a:lvl1pPr>
            <a:lvl2pPr marL="609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7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0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2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32548923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547" y="2130454"/>
            <a:ext cx="10362907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9094" y="3886200"/>
            <a:ext cx="8533813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84391-D8D3-494B-A197-8C82BDAD8668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003380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F6401-0314-4FE4-871E-5C401231630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404668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417" y="4406925"/>
            <a:ext cx="10362905" cy="1362075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417" y="2906713"/>
            <a:ext cx="10362905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8496C-2B48-4038-A997-33923D4E68F7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904583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706" y="1600205"/>
            <a:ext cx="5391525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88823" y="1600205"/>
            <a:ext cx="5393480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BA0D-75FD-46D0-B7D2-E9D8E683C02F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406824"/>
      </p:ext>
    </p:extLst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4" y="274639"/>
            <a:ext cx="1097260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705" y="1535113"/>
            <a:ext cx="53876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705" y="2174875"/>
            <a:ext cx="5387617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732" y="1535113"/>
            <a:ext cx="5389571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732" y="2174875"/>
            <a:ext cx="5389571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54A5-6FA1-4F54-AA9E-5994169DE16A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409754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30919-0B1B-4905-A9C8-CBB53A334A4C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6793578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764D-153A-4505-BC3E-0C3AE73137A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511542"/>
      </p:ext>
    </p:extLst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05" y="273049"/>
            <a:ext cx="4011889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218" y="273056"/>
            <a:ext cx="6816108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705" y="1435104"/>
            <a:ext cx="4011889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9AD51-DA61-4A66-AD19-1C26890BCA04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901660"/>
      </p:ext>
    </p:extLst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953" y="4800601"/>
            <a:ext cx="7314417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953" y="612775"/>
            <a:ext cx="7314417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953" y="5367341"/>
            <a:ext cx="7314417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B380F-34AA-4CF1-89AC-87CCD7BCA2F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1772103"/>
      </p:ext>
    </p:extLst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0864E-BA67-4E49-8796-AE8EA7BC4AE2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984487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8904" y="328617"/>
            <a:ext cx="2856981" cy="5797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24077" y="328617"/>
            <a:ext cx="8387252" cy="579755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472FA-E09D-49BA-902C-385C9881000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573936"/>
      </p:ext>
    </p:extLst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1947"/>
            <a:ext cx="10363200" cy="146896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0006" indent="0" algn="ctr">
              <a:buNone/>
              <a:defRPr/>
            </a:lvl2pPr>
            <a:lvl3pPr marL="1199989" indent="0" algn="ctr">
              <a:buNone/>
              <a:defRPr/>
            </a:lvl3pPr>
            <a:lvl4pPr marL="1800083" indent="0" algn="ctr">
              <a:buNone/>
              <a:defRPr/>
            </a:lvl4pPr>
            <a:lvl5pPr marL="2400097" indent="0" algn="ctr">
              <a:buNone/>
              <a:defRPr/>
            </a:lvl5pPr>
            <a:lvl6pPr marL="3000133" indent="0" algn="ctr">
              <a:buNone/>
              <a:defRPr/>
            </a:lvl6pPr>
            <a:lvl7pPr marL="3600137" indent="0" algn="ctr">
              <a:buNone/>
              <a:defRPr/>
            </a:lvl7pPr>
            <a:lvl8pPr marL="4200170" indent="0" algn="ctr">
              <a:buNone/>
              <a:defRPr/>
            </a:lvl8pPr>
            <a:lvl9pPr marL="4800217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57605635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44516511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3133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213"/>
            <a:ext cx="10363200" cy="1500716"/>
          </a:xfrm>
        </p:spPr>
        <p:txBody>
          <a:bodyPr anchor="b"/>
          <a:lstStyle>
            <a:lvl1pPr marL="0" indent="0">
              <a:buNone/>
              <a:defRPr sz="2667"/>
            </a:lvl1pPr>
            <a:lvl2pPr marL="600006" indent="0">
              <a:buNone/>
              <a:defRPr sz="2400"/>
            </a:lvl2pPr>
            <a:lvl3pPr marL="1199989" indent="0">
              <a:buNone/>
              <a:defRPr sz="2133"/>
            </a:lvl3pPr>
            <a:lvl4pPr marL="1800083" indent="0">
              <a:buNone/>
              <a:defRPr sz="1867"/>
            </a:lvl4pPr>
            <a:lvl5pPr marL="2400097" indent="0">
              <a:buNone/>
              <a:defRPr sz="1867"/>
            </a:lvl5pPr>
            <a:lvl6pPr marL="3000133" indent="0">
              <a:buNone/>
              <a:defRPr sz="1867"/>
            </a:lvl6pPr>
            <a:lvl7pPr marL="3600137" indent="0">
              <a:buNone/>
              <a:defRPr sz="1867"/>
            </a:lvl7pPr>
            <a:lvl8pPr marL="4200170" indent="0">
              <a:buNone/>
              <a:defRPr sz="1867"/>
            </a:lvl8pPr>
            <a:lvl9pPr marL="4800217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8224620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4417" y="5734052"/>
            <a:ext cx="3113616" cy="76834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3941236" y="5734052"/>
            <a:ext cx="3115733" cy="76834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93489803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5" y="275167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4" y="1534584"/>
            <a:ext cx="5386917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0006" indent="0">
              <a:buNone/>
              <a:defRPr sz="2667" b="1"/>
            </a:lvl2pPr>
            <a:lvl3pPr marL="1199989" indent="0">
              <a:buNone/>
              <a:defRPr sz="2400" b="1"/>
            </a:lvl3pPr>
            <a:lvl4pPr marL="1800083" indent="0">
              <a:buNone/>
              <a:defRPr sz="2133" b="1"/>
            </a:lvl4pPr>
            <a:lvl5pPr marL="2400097" indent="0">
              <a:buNone/>
              <a:defRPr sz="2133" b="1"/>
            </a:lvl5pPr>
            <a:lvl6pPr marL="3000133" indent="0">
              <a:buNone/>
              <a:defRPr sz="2133" b="1"/>
            </a:lvl6pPr>
            <a:lvl7pPr marL="3600137" indent="0">
              <a:buNone/>
              <a:defRPr sz="2133" b="1"/>
            </a:lvl7pPr>
            <a:lvl8pPr marL="4200170" indent="0">
              <a:buNone/>
              <a:defRPr sz="2133" b="1"/>
            </a:lvl8pPr>
            <a:lvl9pPr marL="4800217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4" y="2175961"/>
            <a:ext cx="5386917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461" y="1534584"/>
            <a:ext cx="5389033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0006" indent="0">
              <a:buNone/>
              <a:defRPr sz="2667" b="1"/>
            </a:lvl2pPr>
            <a:lvl3pPr marL="1199989" indent="0">
              <a:buNone/>
              <a:defRPr sz="2400" b="1"/>
            </a:lvl3pPr>
            <a:lvl4pPr marL="1800083" indent="0">
              <a:buNone/>
              <a:defRPr sz="2133" b="1"/>
            </a:lvl4pPr>
            <a:lvl5pPr marL="2400097" indent="0">
              <a:buNone/>
              <a:defRPr sz="2133" b="1"/>
            </a:lvl5pPr>
            <a:lvl6pPr marL="3000133" indent="0">
              <a:buNone/>
              <a:defRPr sz="2133" b="1"/>
            </a:lvl6pPr>
            <a:lvl7pPr marL="3600137" indent="0">
              <a:buNone/>
              <a:defRPr sz="2133" b="1"/>
            </a:lvl7pPr>
            <a:lvl8pPr marL="4200170" indent="0">
              <a:buNone/>
              <a:defRPr sz="2133" b="1"/>
            </a:lvl8pPr>
            <a:lvl9pPr marL="4800217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461" y="2175961"/>
            <a:ext cx="5389033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3262181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8589752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247162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82" y="273417"/>
            <a:ext cx="4011084" cy="116204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6" y="273422"/>
            <a:ext cx="6815667" cy="585258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82" y="1435100"/>
            <a:ext cx="4011084" cy="4690533"/>
          </a:xfrm>
        </p:spPr>
        <p:txBody>
          <a:bodyPr/>
          <a:lstStyle>
            <a:lvl1pPr marL="0" indent="0">
              <a:buNone/>
              <a:defRPr sz="1867"/>
            </a:lvl1pPr>
            <a:lvl2pPr marL="600006" indent="0">
              <a:buNone/>
              <a:defRPr sz="1600"/>
            </a:lvl2pPr>
            <a:lvl3pPr marL="1199989" indent="0">
              <a:buNone/>
              <a:defRPr sz="1333"/>
            </a:lvl3pPr>
            <a:lvl4pPr marL="1800083" indent="0">
              <a:buNone/>
              <a:defRPr sz="1200"/>
            </a:lvl4pPr>
            <a:lvl5pPr marL="2400097" indent="0">
              <a:buNone/>
              <a:defRPr sz="1200"/>
            </a:lvl5pPr>
            <a:lvl6pPr marL="3000133" indent="0">
              <a:buNone/>
              <a:defRPr sz="1200"/>
            </a:lvl6pPr>
            <a:lvl7pPr marL="3600137" indent="0">
              <a:buNone/>
              <a:defRPr sz="1200"/>
            </a:lvl7pPr>
            <a:lvl8pPr marL="4200170" indent="0">
              <a:buNone/>
              <a:defRPr sz="1200"/>
            </a:lvl8pPr>
            <a:lvl9pPr marL="4800217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89365262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3"/>
            <a:ext cx="7315200" cy="56726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0006" indent="0">
              <a:buNone/>
              <a:defRPr sz="3733"/>
            </a:lvl2pPr>
            <a:lvl3pPr marL="1199989" indent="0">
              <a:buNone/>
              <a:defRPr sz="3200"/>
            </a:lvl3pPr>
            <a:lvl4pPr marL="1800083" indent="0">
              <a:buNone/>
              <a:defRPr sz="2667"/>
            </a:lvl4pPr>
            <a:lvl5pPr marL="2400097" indent="0">
              <a:buNone/>
              <a:defRPr sz="2667"/>
            </a:lvl5pPr>
            <a:lvl6pPr marL="3000133" indent="0">
              <a:buNone/>
              <a:defRPr sz="2667"/>
            </a:lvl6pPr>
            <a:lvl7pPr marL="3600137" indent="0">
              <a:buNone/>
              <a:defRPr sz="2667"/>
            </a:lvl7pPr>
            <a:lvl8pPr marL="4200170" indent="0">
              <a:buNone/>
              <a:defRPr sz="2667"/>
            </a:lvl8pPr>
            <a:lvl9pPr marL="4800217" indent="0">
              <a:buNone/>
              <a:defRPr sz="2667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870"/>
            <a:ext cx="7315200" cy="804333"/>
          </a:xfrm>
        </p:spPr>
        <p:txBody>
          <a:bodyPr/>
          <a:lstStyle>
            <a:lvl1pPr marL="0" indent="0">
              <a:buNone/>
              <a:defRPr sz="1867"/>
            </a:lvl1pPr>
            <a:lvl2pPr marL="600006" indent="0">
              <a:buNone/>
              <a:defRPr sz="1600"/>
            </a:lvl2pPr>
            <a:lvl3pPr marL="1199989" indent="0">
              <a:buNone/>
              <a:defRPr sz="1333"/>
            </a:lvl3pPr>
            <a:lvl4pPr marL="1800083" indent="0">
              <a:buNone/>
              <a:defRPr sz="1200"/>
            </a:lvl4pPr>
            <a:lvl5pPr marL="2400097" indent="0">
              <a:buNone/>
              <a:defRPr sz="1200"/>
            </a:lvl5pPr>
            <a:lvl6pPr marL="3000133" indent="0">
              <a:buNone/>
              <a:defRPr sz="1200"/>
            </a:lvl6pPr>
            <a:lvl7pPr marL="3600137" indent="0">
              <a:buNone/>
              <a:defRPr sz="1200"/>
            </a:lvl7pPr>
            <a:lvl8pPr marL="4200170" indent="0">
              <a:buNone/>
              <a:defRPr sz="1200"/>
            </a:lvl8pPr>
            <a:lvl9pPr marL="4800217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44218532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88546797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034624" y="548240"/>
            <a:ext cx="1803400" cy="595418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4417" y="548240"/>
            <a:ext cx="5207000" cy="5954183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94635282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547" y="2130454"/>
            <a:ext cx="10362907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9094" y="3886200"/>
            <a:ext cx="8533813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84391-D8D3-494B-A197-8C82BDAD8668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454819"/>
      </p:ext>
    </p:extLst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F6401-0314-4FE4-871E-5C401231630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0903183"/>
      </p:ext>
    </p:extLst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417" y="4406925"/>
            <a:ext cx="10362905" cy="1362075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417" y="2906713"/>
            <a:ext cx="10362905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8496C-2B48-4038-A997-33923D4E68F7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967422"/>
      </p:ext>
    </p:extLst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706" y="1600205"/>
            <a:ext cx="5391525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88823" y="1600205"/>
            <a:ext cx="5393480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BA0D-75FD-46D0-B7D2-E9D8E683C02F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674346"/>
      </p:ext>
    </p:extLst>
  </p:cSld>
  <p:clrMapOvr>
    <a:masterClrMapping/>
  </p:clrMapOvr>
  <p:transition spd="med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4" y="274639"/>
            <a:ext cx="1097260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705" y="1535113"/>
            <a:ext cx="53876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705" y="2174875"/>
            <a:ext cx="5387617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732" y="1535113"/>
            <a:ext cx="5389571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732" y="2174875"/>
            <a:ext cx="5389571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54A5-6FA1-4F54-AA9E-5994169DE16A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551100"/>
      </p:ext>
    </p:extLst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30919-0B1B-4905-A9C8-CBB53A334A4C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779902"/>
      </p:ext>
    </p:extLst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764D-153A-4505-BC3E-0C3AE73137A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394859"/>
      </p:ext>
    </p:extLst>
  </p:cSld>
  <p:clrMapOvr>
    <a:masterClrMapping/>
  </p:clrMapOvr>
  <p:transition spd="med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05" y="273049"/>
            <a:ext cx="4011889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218" y="273056"/>
            <a:ext cx="6816108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705" y="1435104"/>
            <a:ext cx="4011889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9AD51-DA61-4A66-AD19-1C26890BCA04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277186"/>
      </p:ext>
    </p:extLst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953" y="4800601"/>
            <a:ext cx="7314417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953" y="612775"/>
            <a:ext cx="7314417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953" y="5367341"/>
            <a:ext cx="7314417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B380F-34AA-4CF1-89AC-87CCD7BCA2F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879256"/>
      </p:ext>
    </p:extLst>
  </p:cSld>
  <p:clrMapOvr>
    <a:masterClrMapping/>
  </p:clrMapOvr>
  <p:transition spd="med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0864E-BA67-4E49-8796-AE8EA7BC4AE2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416682"/>
      </p:ext>
    </p:extLst>
  </p:cSld>
  <p:clrMapOvr>
    <a:masterClrMapping/>
  </p:clrMapOvr>
  <p:transition spd="med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8904" y="328617"/>
            <a:ext cx="2856981" cy="5797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24077" y="328617"/>
            <a:ext cx="8387252" cy="579755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472FA-E09D-49BA-902C-385C9881000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598490"/>
      </p:ext>
    </p:extLst>
  </p:cSld>
  <p:clrMapOvr>
    <a:masterClrMapping/>
  </p:clrMapOvr>
  <p:transition spd="med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Cover_16 9_hand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0"/>
            <a:ext cx="609388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1371" y="404664"/>
            <a:ext cx="5184576" cy="1680187"/>
          </a:xfrm>
        </p:spPr>
        <p:txBody>
          <a:bodyPr>
            <a:noAutofit/>
          </a:bodyPr>
          <a:lstStyle>
            <a:lvl1pPr algn="l">
              <a:defRPr sz="4800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28395" y="5637245"/>
            <a:ext cx="5091541" cy="72008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2667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5728478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547" y="2130454"/>
            <a:ext cx="10362907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9094" y="3886200"/>
            <a:ext cx="8533813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84391-D8D3-494B-A197-8C82BDAD8668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637074"/>
      </p:ext>
    </p:extLst>
  </p:cSld>
  <p:clrMapOvr>
    <a:masterClrMapping/>
  </p:clrMapOvr>
  <p:transition spd="med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F6401-0314-4FE4-871E-5C401231630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843907"/>
      </p:ext>
    </p:extLst>
  </p:cSld>
  <p:clrMapOvr>
    <a:masterClrMapping/>
  </p:clrMapOvr>
  <p:transition spd="med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417" y="4406925"/>
            <a:ext cx="10362905" cy="1362075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417" y="2906713"/>
            <a:ext cx="10362905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8496C-2B48-4038-A997-33923D4E68F7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620333"/>
      </p:ext>
    </p:extLst>
  </p:cSld>
  <p:clrMapOvr>
    <a:masterClrMapping/>
  </p:clrMapOvr>
  <p:transition spd="med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706" y="1600205"/>
            <a:ext cx="5391525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88823" y="1600205"/>
            <a:ext cx="5393480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BA0D-75FD-46D0-B7D2-E9D8E683C02F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886696"/>
      </p:ext>
    </p:extLst>
  </p:cSld>
  <p:clrMapOvr>
    <a:masterClrMapping/>
  </p:clrMapOvr>
  <p:transition spd="med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4" y="274639"/>
            <a:ext cx="1097260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705" y="1535113"/>
            <a:ext cx="53876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705" y="2174875"/>
            <a:ext cx="5387617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732" y="1535113"/>
            <a:ext cx="5389571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732" y="2174875"/>
            <a:ext cx="5389571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54A5-6FA1-4F54-AA9E-5994169DE16A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175351"/>
      </p:ext>
    </p:extLst>
  </p:cSld>
  <p:clrMapOvr>
    <a:masterClrMapping/>
  </p:clrMapOvr>
  <p:transition spd="med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30919-0B1B-4905-A9C8-CBB53A334A4C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717957"/>
      </p:ext>
    </p:extLst>
  </p:cSld>
  <p:clrMapOvr>
    <a:masterClrMapping/>
  </p:clrMapOvr>
  <p:transition spd="med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764D-153A-4505-BC3E-0C3AE73137A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512156"/>
      </p:ext>
    </p:extLst>
  </p:cSld>
  <p:clrMapOvr>
    <a:masterClrMapping/>
  </p:clrMapOvr>
  <p:transition spd="med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05" y="273049"/>
            <a:ext cx="4011889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218" y="273056"/>
            <a:ext cx="6816108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705" y="1435104"/>
            <a:ext cx="4011889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9AD51-DA61-4A66-AD19-1C26890BCA04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196817"/>
      </p:ext>
    </p:extLst>
  </p:cSld>
  <p:clrMapOvr>
    <a:masterClrMapping/>
  </p:clrMapOvr>
  <p:transition spd="med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953" y="4800601"/>
            <a:ext cx="7314417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953" y="612775"/>
            <a:ext cx="7314417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953" y="5367341"/>
            <a:ext cx="7314417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B380F-34AA-4CF1-89AC-87CCD7BCA2F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7075708"/>
      </p:ext>
    </p:extLst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0864E-BA67-4E49-8796-AE8EA7BC4AE2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976739"/>
      </p:ext>
    </p:extLst>
  </p:cSld>
  <p:clrMapOvr>
    <a:masterClrMapping/>
  </p:clrMapOvr>
  <p:transition spd="med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8904" y="328617"/>
            <a:ext cx="2856981" cy="5797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24077" y="328617"/>
            <a:ext cx="8387252" cy="579755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472FA-E09D-49BA-902C-385C9881000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6294534"/>
      </p:ext>
    </p:extLst>
  </p:cSld>
  <p:clrMapOvr>
    <a:masterClrMapping/>
  </p:clrMapOvr>
  <p:transition spd="med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Cover_16 9_hand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0"/>
            <a:ext cx="609388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1371" y="404664"/>
            <a:ext cx="5184576" cy="1680187"/>
          </a:xfrm>
        </p:spPr>
        <p:txBody>
          <a:bodyPr>
            <a:noAutofit/>
          </a:bodyPr>
          <a:lstStyle>
            <a:lvl1pPr algn="l">
              <a:defRPr sz="4800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28395" y="5637245"/>
            <a:ext cx="5091541" cy="72008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2667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79419669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547" y="2130454"/>
            <a:ext cx="10362907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9094" y="3886200"/>
            <a:ext cx="8533813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84391-D8D3-494B-A197-8C82BDAD8668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564785"/>
      </p:ext>
    </p:extLst>
  </p:cSld>
  <p:clrMapOvr>
    <a:masterClrMapping/>
  </p:clrMapOvr>
  <p:transition spd="med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F6401-0314-4FE4-871E-5C401231630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92575"/>
      </p:ext>
    </p:extLst>
  </p:cSld>
  <p:clrMapOvr>
    <a:masterClrMapping/>
  </p:clrMapOvr>
  <p:transition spd="med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417" y="4406925"/>
            <a:ext cx="10362905" cy="1362075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417" y="2906713"/>
            <a:ext cx="10362905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8496C-2B48-4038-A997-33923D4E68F7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010712"/>
      </p:ext>
    </p:extLst>
  </p:cSld>
  <p:clrMapOvr>
    <a:masterClrMapping/>
  </p:clrMapOvr>
  <p:transition spd="med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706" y="1600205"/>
            <a:ext cx="5391525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88823" y="1600205"/>
            <a:ext cx="5393480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EBA0D-75FD-46D0-B7D2-E9D8E683C02F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663808"/>
      </p:ext>
    </p:extLst>
  </p:cSld>
  <p:clrMapOvr>
    <a:masterClrMapping/>
  </p:clrMapOvr>
  <p:transition spd="med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14" y="274639"/>
            <a:ext cx="1097260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705" y="1535113"/>
            <a:ext cx="53876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705" y="2174875"/>
            <a:ext cx="5387617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2732" y="1535113"/>
            <a:ext cx="5389571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2732" y="2174875"/>
            <a:ext cx="5389571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54A5-6FA1-4F54-AA9E-5994169DE16A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634426"/>
      </p:ext>
    </p:extLst>
  </p:cSld>
  <p:clrMapOvr>
    <a:masterClrMapping/>
  </p:clrMapOvr>
  <p:transition spd="med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30919-0B1B-4905-A9C8-CBB53A334A4C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9699440"/>
      </p:ext>
    </p:extLst>
  </p:cSld>
  <p:clrMapOvr>
    <a:masterClrMapping/>
  </p:clrMapOvr>
  <p:transition spd="med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764D-153A-4505-BC3E-0C3AE73137A3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345071"/>
      </p:ext>
    </p:extLst>
  </p:cSld>
  <p:clrMapOvr>
    <a:masterClrMapping/>
  </p:clrMapOvr>
  <p:transition spd="med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705" y="273049"/>
            <a:ext cx="4011889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218" y="273056"/>
            <a:ext cx="6816108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705" y="1435104"/>
            <a:ext cx="4011889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9AD51-DA61-4A66-AD19-1C26890BCA04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69120"/>
      </p:ext>
    </p:extLst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953" y="4800601"/>
            <a:ext cx="7314417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953" y="612775"/>
            <a:ext cx="7314417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953" y="5367341"/>
            <a:ext cx="7314417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B380F-34AA-4CF1-89AC-87CCD7BCA2F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387341"/>
      </p:ext>
    </p:extLst>
  </p:cSld>
  <p:clrMapOvr>
    <a:masterClrMapping/>
  </p:clrMapOvr>
  <p:transition spd="med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714" y="1600205"/>
            <a:ext cx="10972604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0864E-BA67-4E49-8796-AE8EA7BC4AE2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36920"/>
      </p:ext>
    </p:extLst>
  </p:cSld>
  <p:clrMapOvr>
    <a:masterClrMapping/>
  </p:clrMapOvr>
  <p:transition spd="med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98904" y="328617"/>
            <a:ext cx="2856981" cy="5797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24077" y="328617"/>
            <a:ext cx="8387252" cy="579755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472FA-E09D-49BA-902C-385C98810000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891491"/>
      </p:ext>
    </p:extLst>
  </p:cSld>
  <p:clrMapOvr>
    <a:masterClrMapping/>
  </p:clrMapOvr>
  <p:transition spd="med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Cover_16 9_hand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0"/>
            <a:ext cx="609388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1371" y="404664"/>
            <a:ext cx="5184576" cy="1680187"/>
          </a:xfrm>
        </p:spPr>
        <p:txBody>
          <a:bodyPr>
            <a:noAutofit/>
          </a:bodyPr>
          <a:lstStyle>
            <a:lvl1pPr algn="l">
              <a:defRPr sz="4800" baseline="0">
                <a:solidFill>
                  <a:srgbClr val="0087D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28395" y="5637245"/>
            <a:ext cx="5091541" cy="72008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2667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3580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2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76.xml"/><Relationship Id="rId7" Type="http://schemas.openxmlformats.org/officeDocument/2006/relationships/slideLayout" Target="../slideLayouts/slideLayout80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5.xml"/><Relationship Id="rId1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4.xml"/><Relationship Id="rId5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83.xml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image" Target="../media/image2.jpe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14" Type="http://schemas.openxmlformats.org/officeDocument/2006/relationships/image" Target="../media/image2.jpe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6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9.xml"/><Relationship Id="rId5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8.xml"/><Relationship Id="rId4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7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44" name="Picture 12" descr="back_16 9_hand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684" y="0"/>
            <a:ext cx="5044017" cy="6860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1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24420" y="548217"/>
            <a:ext cx="7213600" cy="4224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13" tIns="45605" rIns="91213" bIns="456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844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4420" y="5734052"/>
            <a:ext cx="6432549" cy="768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213" tIns="45605" rIns="91213" bIns="456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To learn more about Delta</a:t>
            </a:r>
          </a:p>
          <a:p>
            <a:pPr lvl="0"/>
            <a:r>
              <a:rPr lang="en-US" altLang="zh-TW"/>
              <a:t>please visit www.deltaww.com</a:t>
            </a:r>
          </a:p>
        </p:txBody>
      </p:sp>
    </p:spTree>
    <p:extLst>
      <p:ext uri="{BB962C8B-B14F-4D97-AF65-F5344CB8AC3E}">
        <p14:creationId xmlns:p14="http://schemas.microsoft.com/office/powerpoint/2010/main" val="1053589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5pPr>
      <a:lvl6pPr marL="608035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6pPr>
      <a:lvl7pPr marL="1216070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7pPr>
      <a:lvl8pPr marL="1824130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8pPr>
      <a:lvl9pPr marL="2432167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9pPr>
    </p:titleStyle>
    <p:bodyStyle>
      <a:lvl1pPr marL="456031" indent="-456031" algn="l" rtl="0" eaLnBrk="1" fontAlgn="base" hangingPunct="1">
        <a:spcBef>
          <a:spcPct val="20000"/>
        </a:spcBef>
        <a:spcAft>
          <a:spcPct val="0"/>
        </a:spcAft>
        <a:defRPr kumimoji="1" sz="1867">
          <a:solidFill>
            <a:srgbClr val="0087DC"/>
          </a:solidFill>
          <a:latin typeface="+mn-lt"/>
          <a:ea typeface="+mn-ea"/>
          <a:cs typeface="+mn-cs"/>
        </a:defRPr>
      </a:lvl1pPr>
      <a:lvl2pPr marL="988073" indent="-380038" algn="l" rtl="0" eaLnBrk="1" fontAlgn="base" hangingPunct="1">
        <a:spcBef>
          <a:spcPct val="20000"/>
        </a:spcBef>
        <a:spcAft>
          <a:spcPct val="0"/>
        </a:spcAft>
        <a:buChar char="–"/>
        <a:defRPr kumimoji="1" sz="3733">
          <a:solidFill>
            <a:schemeClr val="tx1"/>
          </a:solidFill>
          <a:latin typeface="+mn-lt"/>
          <a:ea typeface="+mn-ea"/>
        </a:defRPr>
      </a:lvl2pPr>
      <a:lvl3pPr marL="1520113" indent="-304018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</a:defRPr>
      </a:lvl3pPr>
      <a:lvl4pPr marL="2128153" indent="-304018" algn="l" rtl="0" eaLnBrk="1" fontAlgn="base" hangingPunct="1">
        <a:spcBef>
          <a:spcPct val="20000"/>
        </a:spcBef>
        <a:spcAft>
          <a:spcPct val="0"/>
        </a:spcAft>
        <a:buChar char="–"/>
        <a:defRPr kumimoji="1" sz="2667">
          <a:solidFill>
            <a:schemeClr val="tx1"/>
          </a:solidFill>
          <a:latin typeface="+mn-lt"/>
          <a:ea typeface="+mn-ea"/>
        </a:defRPr>
      </a:lvl4pPr>
      <a:lvl5pPr marL="2736205" indent="-304018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5pPr>
      <a:lvl6pPr marL="3344244" indent="-304018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6pPr>
      <a:lvl7pPr marL="3952287" indent="-304018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7pPr>
      <a:lvl8pPr marL="4560325" indent="-304018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8pPr>
      <a:lvl9pPr marL="5168372" indent="-304018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8035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6070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4130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2167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0221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48258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56308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64352" algn="l" defTabSz="12160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logo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053" y="333396"/>
            <a:ext cx="186036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文字方塊 10"/>
          <p:cNvSpPr txBox="1">
            <a:spLocks noChangeArrowheads="1"/>
          </p:cNvSpPr>
          <p:nvPr/>
        </p:nvSpPr>
        <p:spPr bwMode="auto">
          <a:xfrm>
            <a:off x="316579" y="6485492"/>
            <a:ext cx="2208200" cy="328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793" tIns="60896" rIns="121793" bIns="60896" anchor="b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333">
                <a:solidFill>
                  <a:srgbClr val="4D4D4D"/>
                </a:solidFill>
                <a:cs typeface="Arial"/>
              </a:rPr>
              <a:t>Delta Confidential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850263" y="6308748"/>
            <a:ext cx="2841348" cy="365125"/>
          </a:xfrm>
          <a:prstGeom prst="rect">
            <a:avLst/>
          </a:prstGeom>
        </p:spPr>
        <p:txBody>
          <a:bodyPr vert="horz" lIns="91345" tIns="45672" rIns="91345" bIns="45672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3623B50-58F4-4EDC-9D3D-C78E24FA3816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229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24053" y="328615"/>
            <a:ext cx="1143183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5" tIns="45672" rIns="91345" bIns="456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229197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5pPr>
      <a:lvl6pPr marL="608935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6pPr>
      <a:lvl7pPr marL="121787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7pPr>
      <a:lvl8pPr marL="1826816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8pPr>
      <a:lvl9pPr marL="2435746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9pPr>
    </p:titleStyle>
    <p:bodyStyle>
      <a:lvl1pPr marL="456703" indent="-456703" algn="ctr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kumimoji="1" sz="1867" baseline="30000">
          <a:solidFill>
            <a:srgbClr val="5F5F5F"/>
          </a:solidFill>
          <a:latin typeface="+mn-lt"/>
          <a:ea typeface="+mn-ea"/>
          <a:cs typeface="+mn-cs"/>
        </a:defRPr>
      </a:lvl1pPr>
      <a:lvl2pPr marL="989525" indent="-3805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3733">
          <a:solidFill>
            <a:schemeClr val="tx1"/>
          </a:solidFill>
          <a:latin typeface="+mn-lt"/>
          <a:ea typeface="+mn-ea"/>
          <a:cs typeface="+mn-cs"/>
        </a:defRPr>
      </a:lvl2pPr>
      <a:lvl3pPr marL="1522347" indent="-3044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3pPr>
      <a:lvl4pPr marL="2131283" indent="-3044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667">
          <a:solidFill>
            <a:schemeClr val="tx1"/>
          </a:solidFill>
          <a:latin typeface="+mn-lt"/>
          <a:ea typeface="+mn-ea"/>
          <a:cs typeface="+mn-cs"/>
        </a:defRPr>
      </a:lvl4pPr>
      <a:lvl5pPr marL="2740221" indent="-3044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5pPr>
      <a:lvl6pPr marL="3349163" indent="-30446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6pPr>
      <a:lvl7pPr marL="3958101" indent="-30446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7pPr>
      <a:lvl8pPr marL="4567032" indent="-30446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8pPr>
      <a:lvl9pPr marL="5175976" indent="-30446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8935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7870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6816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5746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4692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3627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2565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1506" algn="l" defTabSz="12178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logo"/>
          <p:cNvPicPr>
            <a:picLocks noChangeAspect="1" noChangeArrowheads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053" y="333396"/>
            <a:ext cx="186036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文字方塊 10"/>
          <p:cNvSpPr txBox="1">
            <a:spLocks noChangeArrowheads="1"/>
          </p:cNvSpPr>
          <p:nvPr/>
        </p:nvSpPr>
        <p:spPr bwMode="auto">
          <a:xfrm>
            <a:off x="316579" y="6485447"/>
            <a:ext cx="2208200" cy="328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832" tIns="60916" rIns="121832" bIns="60916" anchor="b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333">
                <a:solidFill>
                  <a:srgbClr val="4D4D4D"/>
                </a:solidFill>
                <a:cs typeface="Arial"/>
              </a:rPr>
              <a:t>Delta Confidential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850258" y="6308748"/>
            <a:ext cx="2841348" cy="365125"/>
          </a:xfrm>
          <a:prstGeom prst="rect">
            <a:avLst/>
          </a:prstGeom>
        </p:spPr>
        <p:txBody>
          <a:bodyPr vert="horz" lIns="91374" tIns="45687" rIns="91374" bIns="4568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3623B50-58F4-4EDC-9D3D-C78E24FA3816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229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24053" y="328615"/>
            <a:ext cx="1143183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74" tIns="45687" rIns="91374" bIns="456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750394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5pPr>
      <a:lvl6pPr marL="609135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6pPr>
      <a:lvl7pPr marL="121827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7pPr>
      <a:lvl8pPr marL="182741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8pPr>
      <a:lvl9pPr marL="243654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9pPr>
    </p:titleStyle>
    <p:bodyStyle>
      <a:lvl1pPr marL="456853" indent="-456853" algn="ctr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kumimoji="1" sz="1867" baseline="30000">
          <a:solidFill>
            <a:srgbClr val="5F5F5F"/>
          </a:solidFill>
          <a:latin typeface="+mn-lt"/>
          <a:ea typeface="+mn-ea"/>
          <a:cs typeface="+mn-cs"/>
        </a:defRPr>
      </a:lvl1pPr>
      <a:lvl2pPr marL="989847" indent="-38071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3733">
          <a:solidFill>
            <a:schemeClr val="tx1"/>
          </a:solidFill>
          <a:latin typeface="+mn-lt"/>
          <a:ea typeface="+mn-ea"/>
          <a:cs typeface="+mn-cs"/>
        </a:defRPr>
      </a:lvl2pPr>
      <a:lvl3pPr marL="1522845" indent="-3045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3pPr>
      <a:lvl4pPr marL="2131980" indent="-3045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667">
          <a:solidFill>
            <a:schemeClr val="tx1"/>
          </a:solidFill>
          <a:latin typeface="+mn-lt"/>
          <a:ea typeface="+mn-ea"/>
          <a:cs typeface="+mn-cs"/>
        </a:defRPr>
      </a:lvl4pPr>
      <a:lvl5pPr marL="2741115" indent="-30456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5pPr>
      <a:lvl6pPr marL="3350256" indent="-30456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6pPr>
      <a:lvl7pPr marL="3959393" indent="-30456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7pPr>
      <a:lvl8pPr marL="4568526" indent="-30456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8pPr>
      <a:lvl9pPr marL="5177667" indent="-30456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135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270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410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540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5685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4821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3957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098" algn="l" defTabSz="12182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logo"/>
          <p:cNvPicPr>
            <a:picLocks noChangeAspect="1" noChangeArrowheads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053" y="333396"/>
            <a:ext cx="186036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文字方塊 10"/>
          <p:cNvSpPr txBox="1">
            <a:spLocks noChangeArrowheads="1"/>
          </p:cNvSpPr>
          <p:nvPr/>
        </p:nvSpPr>
        <p:spPr bwMode="auto">
          <a:xfrm>
            <a:off x="316579" y="6485511"/>
            <a:ext cx="2208200" cy="328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775" tIns="60887" rIns="121775" bIns="60887" anchor="b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333">
                <a:solidFill>
                  <a:srgbClr val="4D4D4D"/>
                </a:solidFill>
                <a:cs typeface="Arial"/>
              </a:rPr>
              <a:t>Delta Confidential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850266" y="6308748"/>
            <a:ext cx="2841348" cy="365125"/>
          </a:xfrm>
          <a:prstGeom prst="rect">
            <a:avLst/>
          </a:prstGeom>
        </p:spPr>
        <p:txBody>
          <a:bodyPr vert="horz" lIns="91331" tIns="45665" rIns="91331" bIns="45665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3623B50-58F4-4EDC-9D3D-C78E24FA3816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229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24053" y="328615"/>
            <a:ext cx="1143183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31" tIns="45665" rIns="91331" bIns="456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34184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5pPr>
      <a:lvl6pPr marL="608835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6pPr>
      <a:lvl7pPr marL="121767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7pPr>
      <a:lvl8pPr marL="1826517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8pPr>
      <a:lvl9pPr marL="2435347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9pPr>
    </p:titleStyle>
    <p:bodyStyle>
      <a:lvl1pPr marL="456629" indent="-456629" algn="ctr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kumimoji="1" sz="1867" baseline="30000">
          <a:solidFill>
            <a:srgbClr val="5F5F5F"/>
          </a:solidFill>
          <a:latin typeface="+mn-lt"/>
          <a:ea typeface="+mn-ea"/>
          <a:cs typeface="+mn-cs"/>
        </a:defRPr>
      </a:lvl1pPr>
      <a:lvl2pPr marL="989363" indent="-38053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3733">
          <a:solidFill>
            <a:schemeClr val="tx1"/>
          </a:solidFill>
          <a:latin typeface="+mn-lt"/>
          <a:ea typeface="+mn-ea"/>
          <a:cs typeface="+mn-cs"/>
        </a:defRPr>
      </a:lvl2pPr>
      <a:lvl3pPr marL="1522099" indent="-30441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3pPr>
      <a:lvl4pPr marL="2130935" indent="-30441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667">
          <a:solidFill>
            <a:schemeClr val="tx1"/>
          </a:solidFill>
          <a:latin typeface="+mn-lt"/>
          <a:ea typeface="+mn-ea"/>
          <a:cs typeface="+mn-cs"/>
        </a:defRPr>
      </a:lvl4pPr>
      <a:lvl5pPr marL="2739776" indent="-30441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5pPr>
      <a:lvl6pPr marL="3348616" indent="-30441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6pPr>
      <a:lvl7pPr marL="3957454" indent="-30441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7pPr>
      <a:lvl8pPr marL="4566286" indent="-30441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8pPr>
      <a:lvl9pPr marL="5175131" indent="-304418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8835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7670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6517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5347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4195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3030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1869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0710" algn="l" defTabSz="12176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logo"/>
          <p:cNvPicPr>
            <a:picLocks noChangeAspect="1" noChangeArrowheads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053" y="333392"/>
            <a:ext cx="186036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文字方塊 10"/>
          <p:cNvSpPr txBox="1">
            <a:spLocks noChangeArrowheads="1"/>
          </p:cNvSpPr>
          <p:nvPr/>
        </p:nvSpPr>
        <p:spPr bwMode="auto">
          <a:xfrm>
            <a:off x="316579" y="6485417"/>
            <a:ext cx="2208200" cy="328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861" tIns="60929" rIns="121861" bIns="60929" anchor="b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333">
                <a:solidFill>
                  <a:srgbClr val="4D4D4D"/>
                </a:solidFill>
                <a:cs typeface="Arial"/>
              </a:rPr>
              <a:t>Delta Confidential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850254" y="6308748"/>
            <a:ext cx="2841348" cy="365125"/>
          </a:xfrm>
          <a:prstGeom prst="rect">
            <a:avLst/>
          </a:prstGeom>
        </p:spPr>
        <p:txBody>
          <a:bodyPr vert="horz" lIns="91396" tIns="45697" rIns="91396" bIns="4569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3623B50-58F4-4EDC-9D3D-C78E24FA3816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229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24053" y="328615"/>
            <a:ext cx="1143183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6" tIns="45697" rIns="91396" bIns="456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6497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5pPr>
      <a:lvl6pPr marL="609286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6pPr>
      <a:lvl7pPr marL="121857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7pPr>
      <a:lvl8pPr marL="1827858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8pPr>
      <a:lvl9pPr marL="243714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9pPr>
    </p:titleStyle>
    <p:bodyStyle>
      <a:lvl1pPr marL="456965" indent="-456965" algn="ctr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kumimoji="1" sz="1867" baseline="30000">
          <a:solidFill>
            <a:srgbClr val="5F5F5F"/>
          </a:solidFill>
          <a:latin typeface="+mn-lt"/>
          <a:ea typeface="+mn-ea"/>
          <a:cs typeface="+mn-cs"/>
        </a:defRPr>
      </a:lvl1pPr>
      <a:lvl2pPr marL="990089" indent="-3808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3733">
          <a:solidFill>
            <a:schemeClr val="tx1"/>
          </a:solidFill>
          <a:latin typeface="+mn-lt"/>
          <a:ea typeface="+mn-ea"/>
          <a:cs typeface="+mn-cs"/>
        </a:defRPr>
      </a:lvl2pPr>
      <a:lvl3pPr marL="1523217" indent="-30464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3pPr>
      <a:lvl4pPr marL="2132503" indent="-30464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667">
          <a:solidFill>
            <a:schemeClr val="tx1"/>
          </a:solidFill>
          <a:latin typeface="+mn-lt"/>
          <a:ea typeface="+mn-ea"/>
          <a:cs typeface="+mn-cs"/>
        </a:defRPr>
      </a:lvl4pPr>
      <a:lvl5pPr marL="2741787" indent="-30464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5pPr>
      <a:lvl6pPr marL="3351076" indent="-304643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6pPr>
      <a:lvl7pPr marL="3960362" indent="-304643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7pPr>
      <a:lvl8pPr marL="4569646" indent="-304643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8pPr>
      <a:lvl9pPr marL="5178935" indent="-304643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86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570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858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140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432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717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003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291" algn="l" defTabSz="1218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logo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053" y="333384"/>
            <a:ext cx="186036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文字方塊 10"/>
          <p:cNvSpPr txBox="1">
            <a:spLocks noChangeArrowheads="1"/>
          </p:cNvSpPr>
          <p:nvPr/>
        </p:nvSpPr>
        <p:spPr bwMode="auto">
          <a:xfrm>
            <a:off x="316579" y="6516123"/>
            <a:ext cx="22082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333">
                <a:solidFill>
                  <a:srgbClr val="4D4D4D"/>
                </a:solidFill>
                <a:cs typeface="Arial"/>
              </a:rPr>
              <a:t>Delta Confidential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850246" y="6308748"/>
            <a:ext cx="2841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3623B50-58F4-4EDC-9D3D-C78E24FA3816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229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24053" y="328615"/>
            <a:ext cx="1143183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84987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9pPr>
    </p:titleStyle>
    <p:bodyStyle>
      <a:lvl1pPr marL="457189" indent="-457189" algn="ctr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kumimoji="1" sz="1867" baseline="30000">
          <a:solidFill>
            <a:srgbClr val="5F5F5F"/>
          </a:solidFill>
          <a:latin typeface="+mn-lt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3733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667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44" name="Picture 12" descr="back_16 9_hand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744" y="0"/>
            <a:ext cx="5044017" cy="6860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1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24420" y="548217"/>
            <a:ext cx="7213600" cy="4224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15" tIns="44997" rIns="90015" bIns="449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844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4420" y="5734052"/>
            <a:ext cx="6432549" cy="768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15" tIns="44997" rIns="90015" bIns="449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To learn more about Delta</a:t>
            </a:r>
          </a:p>
          <a:p>
            <a:pPr lvl="0"/>
            <a:r>
              <a:rPr lang="en-US" altLang="zh-TW"/>
              <a:t>please visit www.deltaww.com</a:t>
            </a:r>
          </a:p>
        </p:txBody>
      </p:sp>
    </p:spTree>
    <p:extLst>
      <p:ext uri="{BB962C8B-B14F-4D97-AF65-F5344CB8AC3E}">
        <p14:creationId xmlns:p14="http://schemas.microsoft.com/office/powerpoint/2010/main" val="2047182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5pPr>
      <a:lvl6pPr marL="600006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6pPr>
      <a:lvl7pPr marL="1199989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7pPr>
      <a:lvl8pPr marL="1800083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8pPr>
      <a:lvl9pPr marL="2400097" algn="l" rtl="0" eaLnBrk="1" fontAlgn="base" hangingPunct="1">
        <a:spcBef>
          <a:spcPct val="0"/>
        </a:spcBef>
        <a:spcAft>
          <a:spcPct val="0"/>
        </a:spcAft>
        <a:defRPr kumimoji="1" sz="4800">
          <a:solidFill>
            <a:srgbClr val="0087DC"/>
          </a:solidFill>
          <a:latin typeface="Arial" charset="0"/>
          <a:ea typeface="微軟正黑體" pitchFamily="34" charset="-120"/>
        </a:defRPr>
      </a:lvl9pPr>
    </p:titleStyle>
    <p:bodyStyle>
      <a:lvl1pPr marL="450001" indent="-450001" algn="l" rtl="0" eaLnBrk="1" fontAlgn="base" hangingPunct="1">
        <a:spcBef>
          <a:spcPct val="20000"/>
        </a:spcBef>
        <a:spcAft>
          <a:spcPct val="0"/>
        </a:spcAft>
        <a:defRPr kumimoji="1" sz="1867">
          <a:solidFill>
            <a:srgbClr val="0087DC"/>
          </a:solidFill>
          <a:latin typeface="+mn-lt"/>
          <a:ea typeface="+mn-ea"/>
          <a:cs typeface="+mn-cs"/>
        </a:defRPr>
      </a:lvl1pPr>
      <a:lvl2pPr marL="975046" indent="-375045" algn="l" rtl="0" eaLnBrk="1" fontAlgn="base" hangingPunct="1">
        <a:spcBef>
          <a:spcPct val="20000"/>
        </a:spcBef>
        <a:spcAft>
          <a:spcPct val="0"/>
        </a:spcAft>
        <a:buChar char="–"/>
        <a:defRPr kumimoji="1" sz="3733">
          <a:solidFill>
            <a:schemeClr val="tx1"/>
          </a:solidFill>
          <a:latin typeface="+mn-lt"/>
          <a:ea typeface="+mn-ea"/>
        </a:defRPr>
      </a:lvl2pPr>
      <a:lvl3pPr marL="1500094" indent="-300027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</a:defRPr>
      </a:lvl3pPr>
      <a:lvl4pPr marL="2100085" indent="-300027" algn="l" rtl="0" eaLnBrk="1" fontAlgn="base" hangingPunct="1">
        <a:spcBef>
          <a:spcPct val="20000"/>
        </a:spcBef>
        <a:spcAft>
          <a:spcPct val="0"/>
        </a:spcAft>
        <a:buChar char="–"/>
        <a:defRPr kumimoji="1" sz="2667">
          <a:solidFill>
            <a:schemeClr val="tx1"/>
          </a:solidFill>
          <a:latin typeface="+mn-lt"/>
          <a:ea typeface="+mn-ea"/>
        </a:defRPr>
      </a:lvl4pPr>
      <a:lvl5pPr marL="2700108" indent="-300027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5pPr>
      <a:lvl6pPr marL="3300151" indent="-300027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6pPr>
      <a:lvl7pPr marL="3900150" indent="-300027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7pPr>
      <a:lvl8pPr marL="4500190" indent="-300027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8pPr>
      <a:lvl9pPr marL="5100210" indent="-300027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0006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9989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083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00097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00133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00137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00170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00217" algn="l" defTabSz="119998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logo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053" y="333384"/>
            <a:ext cx="186036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文字方塊 10"/>
          <p:cNvSpPr txBox="1">
            <a:spLocks noChangeArrowheads="1"/>
          </p:cNvSpPr>
          <p:nvPr/>
        </p:nvSpPr>
        <p:spPr bwMode="auto">
          <a:xfrm>
            <a:off x="316579" y="6516123"/>
            <a:ext cx="22082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333">
                <a:solidFill>
                  <a:srgbClr val="4D4D4D"/>
                </a:solidFill>
                <a:cs typeface="Arial"/>
              </a:rPr>
              <a:t>Delta Confidential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850246" y="6308748"/>
            <a:ext cx="2841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3623B50-58F4-4EDC-9D3D-C78E24FA3816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229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24053" y="328615"/>
            <a:ext cx="1143183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807328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9pPr>
    </p:titleStyle>
    <p:bodyStyle>
      <a:lvl1pPr marL="457189" indent="-457189" algn="ctr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kumimoji="1" sz="1867" baseline="30000">
          <a:solidFill>
            <a:srgbClr val="5F5F5F"/>
          </a:solidFill>
          <a:latin typeface="+mn-lt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3733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667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logo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053" y="333384"/>
            <a:ext cx="186036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文字方塊 10"/>
          <p:cNvSpPr txBox="1">
            <a:spLocks noChangeArrowheads="1"/>
          </p:cNvSpPr>
          <p:nvPr/>
        </p:nvSpPr>
        <p:spPr bwMode="auto">
          <a:xfrm>
            <a:off x="316579" y="6516123"/>
            <a:ext cx="22082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333">
                <a:solidFill>
                  <a:srgbClr val="4D4D4D"/>
                </a:solidFill>
                <a:cs typeface="Arial"/>
              </a:rPr>
              <a:t>Delta Confidential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850246" y="6308748"/>
            <a:ext cx="2841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3623B50-58F4-4EDC-9D3D-C78E24FA3816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229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24053" y="328615"/>
            <a:ext cx="1143183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891429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9pPr>
    </p:titleStyle>
    <p:bodyStyle>
      <a:lvl1pPr marL="457189" indent="-457189" algn="ctr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kumimoji="1" sz="1867" baseline="30000">
          <a:solidFill>
            <a:srgbClr val="5F5F5F"/>
          </a:solidFill>
          <a:latin typeface="+mn-lt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3733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667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logo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053" y="333384"/>
            <a:ext cx="186036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文字方塊 10"/>
          <p:cNvSpPr txBox="1">
            <a:spLocks noChangeArrowheads="1"/>
          </p:cNvSpPr>
          <p:nvPr/>
        </p:nvSpPr>
        <p:spPr bwMode="auto">
          <a:xfrm>
            <a:off x="316579" y="6516123"/>
            <a:ext cx="22082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333">
                <a:solidFill>
                  <a:srgbClr val="4D4D4D"/>
                </a:solidFill>
                <a:cs typeface="Arial"/>
              </a:rPr>
              <a:t>Delta Confidential</a:t>
            </a: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850246" y="6308748"/>
            <a:ext cx="2841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3623B50-58F4-4EDC-9D3D-C78E24FA3816}" type="slidenum">
              <a:rPr lang="zh-TW" altLang="en-US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229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24053" y="328615"/>
            <a:ext cx="1143183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29923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</p:sldLayoutIdLst>
  <p:transition spd="med"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87DC"/>
          </a:solidFill>
          <a:latin typeface="Arial" pitchFamily="34" charset="0"/>
          <a:ea typeface="新細明體" pitchFamily="18" charset="-120"/>
          <a:cs typeface="Arial" pitchFamily="34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0099FF"/>
          </a:solidFill>
          <a:latin typeface="Arial" pitchFamily="34" charset="0"/>
          <a:ea typeface="新細明體" pitchFamily="18" charset="-120"/>
          <a:cs typeface="Arial" pitchFamily="34" charset="0"/>
        </a:defRPr>
      </a:lvl9pPr>
    </p:titleStyle>
    <p:bodyStyle>
      <a:lvl1pPr marL="457189" indent="-457189" algn="ctr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kumimoji="1" sz="1867" baseline="30000">
          <a:solidFill>
            <a:srgbClr val="5F5F5F"/>
          </a:solidFill>
          <a:latin typeface="+mn-lt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3733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667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31377" y="881745"/>
            <a:ext cx="5184576" cy="1680187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伺服電鎖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通訊應用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FTP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2025/03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54054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0" y="72448"/>
            <a:ext cx="3261633" cy="3560704"/>
          </a:xfrm>
          <a:prstGeom prst="rect">
            <a:avLst/>
          </a:prstGeo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F30919-0B1B-4905-A9C8-CBB53A334A4C}" type="slidenum">
              <a:rPr lang="zh-TW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2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451110" y="2041176"/>
            <a:ext cx="28671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TW" dirty="0"/>
              <a:t>C# </a:t>
            </a:r>
            <a:r>
              <a:rPr lang="en-US" altLang="zh-TW" dirty="0" err="1"/>
              <a:t>Winform</a:t>
            </a:r>
            <a:endParaRPr lang="en-US" altLang="zh-TW" dirty="0"/>
          </a:p>
          <a:p>
            <a:pPr algn="r"/>
            <a:r>
              <a:rPr lang="en-US" altLang="zh-TW" dirty="0"/>
              <a:t>192.168.1.101</a:t>
            </a:r>
          </a:p>
          <a:p>
            <a:pPr algn="r"/>
            <a:r>
              <a:rPr lang="en-US" altLang="zh-TW" b="1" dirty="0">
                <a:solidFill>
                  <a:srgbClr val="FF0000"/>
                </a:solidFill>
              </a:rPr>
              <a:t>Modbus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TCP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altLang="zh-TW" b="1" dirty="0" err="1">
                <a:solidFill>
                  <a:srgbClr val="FF0000"/>
                </a:solidFill>
              </a:rPr>
              <a:t>Client+FTP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384" y="1348062"/>
            <a:ext cx="3011858" cy="5477447"/>
          </a:xfrm>
          <a:prstGeom prst="rect">
            <a:avLst/>
          </a:prstGeom>
        </p:spPr>
      </p:pic>
      <p:sp>
        <p:nvSpPr>
          <p:cNvPr id="13" name="文字方塊 12"/>
          <p:cNvSpPr txBox="1"/>
          <p:nvPr/>
        </p:nvSpPr>
        <p:spPr>
          <a:xfrm>
            <a:off x="7024676" y="2906732"/>
            <a:ext cx="24503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TW" dirty="0"/>
              <a:t>3</a:t>
            </a:r>
            <a:r>
              <a:rPr lang="zh-TW" altLang="en-US" dirty="0"/>
              <a:t>代電鎖控制器</a:t>
            </a:r>
            <a:endParaRPr lang="en-US" altLang="zh-TW" dirty="0"/>
          </a:p>
          <a:p>
            <a:pPr algn="r"/>
            <a:r>
              <a:rPr lang="en-US" altLang="zh-TW" dirty="0"/>
              <a:t>192.168.1.11</a:t>
            </a:r>
          </a:p>
          <a:p>
            <a:pPr algn="r"/>
            <a:r>
              <a:rPr lang="en-US" altLang="zh-TW" b="1" dirty="0">
                <a:solidFill>
                  <a:srgbClr val="FF0000"/>
                </a:solidFill>
              </a:rPr>
              <a:t>Modbus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TCP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Server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23" name="矩形圖說文字 22"/>
          <p:cNvSpPr/>
          <p:nvPr/>
        </p:nvSpPr>
        <p:spPr>
          <a:xfrm>
            <a:off x="8840388" y="1196"/>
            <a:ext cx="2755176" cy="1400539"/>
          </a:xfrm>
          <a:prstGeom prst="wedgeRectCallout">
            <a:avLst>
              <a:gd name="adj1" fmla="val -19960"/>
              <a:gd name="adj2" fmla="val 7212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肘形接點 14"/>
          <p:cNvCxnSpPr/>
          <p:nvPr/>
        </p:nvCxnSpPr>
        <p:spPr>
          <a:xfrm>
            <a:off x="3455810" y="1992071"/>
            <a:ext cx="6012637" cy="614821"/>
          </a:xfrm>
          <a:prstGeom prst="bentConnector3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圖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916" y="1610829"/>
            <a:ext cx="1280417" cy="2049629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10531125" y="1863779"/>
            <a:ext cx="640209" cy="118230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2" name="群組 21"/>
          <p:cNvGrpSpPr/>
          <p:nvPr/>
        </p:nvGrpSpPr>
        <p:grpSpPr>
          <a:xfrm>
            <a:off x="226478" y="3839135"/>
            <a:ext cx="6044454" cy="2551505"/>
            <a:chOff x="226478" y="3839135"/>
            <a:chExt cx="6044454" cy="2551505"/>
          </a:xfrm>
        </p:grpSpPr>
        <p:sp>
          <p:nvSpPr>
            <p:cNvPr id="21" name="矩形圖說文字 20"/>
            <p:cNvSpPr/>
            <p:nvPr/>
          </p:nvSpPr>
          <p:spPr>
            <a:xfrm>
              <a:off x="226478" y="3839135"/>
              <a:ext cx="6044454" cy="2551505"/>
            </a:xfrm>
            <a:prstGeom prst="wedgeRectCallout">
              <a:avLst>
                <a:gd name="adj1" fmla="val -20329"/>
                <a:gd name="adj2" fmla="val -73683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9" name="圖片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7871" y="3937251"/>
              <a:ext cx="5861668" cy="2395912"/>
            </a:xfrm>
            <a:prstGeom prst="rect">
              <a:avLst/>
            </a:prstGeom>
          </p:spPr>
        </p:pic>
      </p:grpSp>
      <p:grpSp>
        <p:nvGrpSpPr>
          <p:cNvPr id="4" name="群組 3"/>
          <p:cNvGrpSpPr/>
          <p:nvPr/>
        </p:nvGrpSpPr>
        <p:grpSpPr>
          <a:xfrm>
            <a:off x="8885354" y="103341"/>
            <a:ext cx="2665243" cy="1108292"/>
            <a:chOff x="8885354" y="103341"/>
            <a:chExt cx="2665243" cy="1108292"/>
          </a:xfrm>
        </p:grpSpPr>
        <p:pic>
          <p:nvPicPr>
            <p:cNvPr id="2" name="圖片 1"/>
            <p:cNvPicPr>
              <a:picLocks noChangeAspect="1"/>
            </p:cNvPicPr>
            <p:nvPr/>
          </p:nvPicPr>
          <p:blipFill rotWithShape="1">
            <a:blip r:embed="rId6"/>
            <a:srcRect b="61286"/>
            <a:stretch/>
          </p:blipFill>
          <p:spPr>
            <a:xfrm>
              <a:off x="8885354" y="103341"/>
              <a:ext cx="2665243" cy="1056389"/>
            </a:xfrm>
            <a:prstGeom prst="rect">
              <a:avLst/>
            </a:prstGeom>
          </p:spPr>
        </p:pic>
        <p:pic>
          <p:nvPicPr>
            <p:cNvPr id="20" name="圖片 19"/>
            <p:cNvPicPr>
              <a:picLocks noChangeAspect="1"/>
            </p:cNvPicPr>
            <p:nvPr/>
          </p:nvPicPr>
          <p:blipFill rotWithShape="1">
            <a:blip r:embed="rId6"/>
            <a:srcRect t="1" b="98323"/>
            <a:stretch/>
          </p:blipFill>
          <p:spPr>
            <a:xfrm rot="10800000">
              <a:off x="8885354" y="1165914"/>
              <a:ext cx="2665243" cy="457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628791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43781" y="0"/>
            <a:ext cx="2707886" cy="8796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F30919-0B1B-4905-A9C8-CBB53A334A4C}" type="slidenum">
              <a:rPr lang="zh-TW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3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1" y="2121424"/>
            <a:ext cx="2917100" cy="4685774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3"/>
          <a:srcRect t="1" b="232"/>
          <a:stretch/>
        </p:blipFill>
        <p:spPr>
          <a:xfrm>
            <a:off x="3167893" y="2121424"/>
            <a:ext cx="2907408" cy="4694241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4"/>
          <a:srcRect l="174"/>
          <a:stretch/>
        </p:blipFill>
        <p:spPr>
          <a:xfrm>
            <a:off x="6124684" y="2134737"/>
            <a:ext cx="2916872" cy="4680928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0939" y="2139583"/>
            <a:ext cx="2921946" cy="4676082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6"/>
          <a:srcRect t="81771" b="6652"/>
          <a:stretch/>
        </p:blipFill>
        <p:spPr>
          <a:xfrm>
            <a:off x="8993733" y="719543"/>
            <a:ext cx="2917100" cy="541866"/>
          </a:xfrm>
          <a:prstGeom prst="rect">
            <a:avLst/>
          </a:prstGeom>
        </p:spPr>
      </p:pic>
      <p:sp>
        <p:nvSpPr>
          <p:cNvPr id="12" name="文字方塊 11"/>
          <p:cNvSpPr txBox="1"/>
          <p:nvPr/>
        </p:nvSpPr>
        <p:spPr>
          <a:xfrm>
            <a:off x="123792" y="1686313"/>
            <a:ext cx="2560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Create a tightening parameter</a:t>
            </a:r>
            <a:endParaRPr lang="zh-TW" altLang="en-US" sz="14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3331019" y="1557317"/>
            <a:ext cx="25811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The tightening source </a:t>
            </a:r>
          </a:p>
          <a:p>
            <a:r>
              <a:rPr lang="en-US" altLang="zh-TW" sz="1400" dirty="0"/>
              <a:t>uses this tightening parameter</a:t>
            </a:r>
            <a:endParaRPr lang="zh-TW" altLang="en-US" sz="14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6124684" y="1557317"/>
            <a:ext cx="16257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Start condition </a:t>
            </a:r>
          </a:p>
          <a:p>
            <a:r>
              <a:rPr lang="en-US" altLang="zh-TW" sz="1400" dirty="0"/>
              <a:t>"DI or Lever Start"</a:t>
            </a:r>
            <a:endParaRPr lang="zh-TW" altLang="en-US" sz="14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9612951" y="1755442"/>
            <a:ext cx="1678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Set DI/DO function</a:t>
            </a:r>
            <a:endParaRPr lang="zh-TW" altLang="en-US" sz="14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8824192" y="119959"/>
            <a:ext cx="3188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Controller Firmware</a:t>
            </a:r>
          </a:p>
          <a:p>
            <a:r>
              <a:rPr lang="en-US" altLang="zh-TW" sz="1400" dirty="0"/>
              <a:t>Use version 1.00.00.170.xxx or above</a:t>
            </a:r>
            <a:endParaRPr lang="zh-TW" altLang="en-US" sz="1400" dirty="0"/>
          </a:p>
        </p:txBody>
      </p:sp>
      <p:sp>
        <p:nvSpPr>
          <p:cNvPr id="17" name="橢圓 16"/>
          <p:cNvSpPr/>
          <p:nvPr/>
        </p:nvSpPr>
        <p:spPr>
          <a:xfrm>
            <a:off x="8409325" y="174135"/>
            <a:ext cx="414867" cy="41486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8" name="橢圓 17"/>
          <p:cNvSpPr/>
          <p:nvPr/>
        </p:nvSpPr>
        <p:spPr>
          <a:xfrm>
            <a:off x="73413" y="1260859"/>
            <a:ext cx="414867" cy="41486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2960459" y="1294134"/>
            <a:ext cx="414867" cy="41486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5810996" y="1340575"/>
            <a:ext cx="414867" cy="41486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4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1" name="橢圓 20"/>
          <p:cNvSpPr/>
          <p:nvPr/>
        </p:nvSpPr>
        <p:spPr>
          <a:xfrm>
            <a:off x="8993733" y="1397365"/>
            <a:ext cx="414867" cy="41486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5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80845" y="3235887"/>
            <a:ext cx="2326887" cy="277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2607732" y="2644952"/>
            <a:ext cx="287867" cy="2591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3231392" y="3434911"/>
            <a:ext cx="1721608" cy="265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7620000" y="3584355"/>
            <a:ext cx="1242756" cy="2171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/>
          <p:cNvSpPr/>
          <p:nvPr/>
        </p:nvSpPr>
        <p:spPr>
          <a:xfrm>
            <a:off x="10236198" y="3127297"/>
            <a:ext cx="1632299" cy="11229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10250216" y="4846031"/>
            <a:ext cx="1632299" cy="3919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標題 1"/>
          <p:cNvSpPr>
            <a:spLocks noGrp="1"/>
          </p:cNvSpPr>
          <p:nvPr>
            <p:ph type="title"/>
          </p:nvPr>
        </p:nvSpPr>
        <p:spPr>
          <a:xfrm>
            <a:off x="177754" y="119959"/>
            <a:ext cx="7018913" cy="723900"/>
          </a:xfrm>
        </p:spPr>
        <p:txBody>
          <a:bodyPr/>
          <a:lstStyle/>
          <a:p>
            <a:r>
              <a:rPr lang="zh-TW" altLang="en-US" sz="36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控制器設定 </a:t>
            </a:r>
            <a:r>
              <a:rPr lang="en-US" altLang="zh-TW" sz="36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Controller Setting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0415944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矩形 253"/>
          <p:cNvSpPr/>
          <p:nvPr/>
        </p:nvSpPr>
        <p:spPr>
          <a:xfrm>
            <a:off x="43781" y="84670"/>
            <a:ext cx="2707886" cy="8796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1" name="矩形 260"/>
          <p:cNvSpPr/>
          <p:nvPr/>
        </p:nvSpPr>
        <p:spPr>
          <a:xfrm>
            <a:off x="4003164" y="8364"/>
            <a:ext cx="1686891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2" name="肘形接點 231"/>
          <p:cNvCxnSpPr>
            <a:stCxn id="255" idx="2"/>
            <a:endCxn id="193" idx="0"/>
          </p:cNvCxnSpPr>
          <p:nvPr/>
        </p:nvCxnSpPr>
        <p:spPr>
          <a:xfrm rot="16200000" flipH="1">
            <a:off x="411106" y="1145831"/>
            <a:ext cx="1181906" cy="205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肘形接點 5"/>
          <p:cNvCxnSpPr>
            <a:cxnSpLocks/>
            <a:stCxn id="9" idx="2"/>
            <a:endCxn id="10" idx="0"/>
          </p:cNvCxnSpPr>
          <p:nvPr/>
        </p:nvCxnSpPr>
        <p:spPr>
          <a:xfrm rot="16200000" flipH="1">
            <a:off x="3328989" y="3373663"/>
            <a:ext cx="3122138" cy="7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132205" y="1991634"/>
            <a:ext cx="1502229" cy="6508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菱形 7"/>
          <p:cNvSpPr/>
          <p:nvPr/>
        </p:nvSpPr>
        <p:spPr>
          <a:xfrm>
            <a:off x="4245158" y="1234484"/>
            <a:ext cx="1289022" cy="578498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215981" y="1289762"/>
            <a:ext cx="134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就緒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0x1F52 = 1 ?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菱形 9"/>
          <p:cNvSpPr/>
          <p:nvPr/>
        </p:nvSpPr>
        <p:spPr>
          <a:xfrm>
            <a:off x="4245935" y="4935120"/>
            <a:ext cx="1289022" cy="578498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239584" y="4983031"/>
            <a:ext cx="134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狀態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0x67 = 0 ?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209631" y="2055436"/>
            <a:ext cx="1431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0x68 set 1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菱形 12"/>
          <p:cNvSpPr/>
          <p:nvPr/>
        </p:nvSpPr>
        <p:spPr>
          <a:xfrm>
            <a:off x="4245158" y="3515922"/>
            <a:ext cx="1289022" cy="578498"/>
          </a:xfrm>
          <a:prstGeom prst="diamond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3964217" y="3520665"/>
            <a:ext cx="1850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報表行號有變化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0x6B~0x6C</a:t>
            </a:r>
          </a:p>
        </p:txBody>
      </p:sp>
      <p:sp>
        <p:nvSpPr>
          <p:cNvPr id="15" name="矩形 14"/>
          <p:cNvSpPr/>
          <p:nvPr/>
        </p:nvSpPr>
        <p:spPr>
          <a:xfrm>
            <a:off x="4138555" y="4162513"/>
            <a:ext cx="1502229" cy="6508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215981" y="4226315"/>
            <a:ext cx="134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0x68 set 0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04239" y="618143"/>
            <a:ext cx="1502229" cy="4725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239777" y="614209"/>
            <a:ext cx="1431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報表行號讀取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0x6B,0x6C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菱形 58"/>
          <p:cNvSpPr/>
          <p:nvPr/>
        </p:nvSpPr>
        <p:spPr>
          <a:xfrm>
            <a:off x="4245935" y="2719467"/>
            <a:ext cx="1289022" cy="578498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4239584" y="2767378"/>
            <a:ext cx="134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狀態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0x67 = 1 ?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14" name="群組 113"/>
          <p:cNvGrpSpPr/>
          <p:nvPr/>
        </p:nvGrpSpPr>
        <p:grpSpPr>
          <a:xfrm>
            <a:off x="5908751" y="2758455"/>
            <a:ext cx="3437497" cy="3043651"/>
            <a:chOff x="7274465" y="1003807"/>
            <a:chExt cx="3437497" cy="3043651"/>
          </a:xfrm>
        </p:grpSpPr>
        <p:sp>
          <p:nvSpPr>
            <p:cNvPr id="69" name="矩形 68"/>
            <p:cNvSpPr/>
            <p:nvPr/>
          </p:nvSpPr>
          <p:spPr>
            <a:xfrm>
              <a:off x="7274465" y="1017680"/>
              <a:ext cx="3437497" cy="2424612"/>
            </a:xfrm>
            <a:prstGeom prst="rect">
              <a:avLst/>
            </a:prstGeom>
            <a:ln>
              <a:solidFill>
                <a:srgbClr val="00B050"/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9388002" y="1003807"/>
              <a:ext cx="1323959" cy="307777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BIN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檔</a:t>
              </a:r>
            </a:p>
          </p:txBody>
        </p:sp>
        <p:cxnSp>
          <p:nvCxnSpPr>
            <p:cNvPr id="71" name="肘形接點 70"/>
            <p:cNvCxnSpPr>
              <a:stCxn id="75" idx="2"/>
              <a:endCxn id="256" idx="0"/>
            </p:cNvCxnSpPr>
            <p:nvPr/>
          </p:nvCxnSpPr>
          <p:spPr>
            <a:xfrm rot="5400000">
              <a:off x="7762104" y="2830157"/>
              <a:ext cx="2351741" cy="8286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菱形 72"/>
            <p:cNvSpPr/>
            <p:nvPr/>
          </p:nvSpPr>
          <p:spPr>
            <a:xfrm>
              <a:off x="8323321" y="1144858"/>
              <a:ext cx="1289022" cy="578498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8263827" y="1172497"/>
              <a:ext cx="14311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確認檔案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是否存在</a:t>
              </a:r>
            </a:p>
          </p:txBody>
        </p:sp>
        <p:sp>
          <p:nvSpPr>
            <p:cNvPr id="78" name="矩形 77"/>
            <p:cNvSpPr/>
            <p:nvPr/>
          </p:nvSpPr>
          <p:spPr>
            <a:xfrm>
              <a:off x="7485354" y="1877301"/>
              <a:ext cx="2988100" cy="54282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9" name="文字方塊 78"/>
            <p:cNvSpPr txBox="1"/>
            <p:nvPr/>
          </p:nvSpPr>
          <p:spPr>
            <a:xfrm>
              <a:off x="7366153" y="1925031"/>
              <a:ext cx="31073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使用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FTP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方式讀取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BIN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檔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“ID”(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報表行號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-1)%100.ToString()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7" name="文字方塊 86"/>
            <p:cNvSpPr txBox="1"/>
            <p:nvPr/>
          </p:nvSpPr>
          <p:spPr>
            <a:xfrm>
              <a:off x="8829706" y="1637958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70" name="矩形 269"/>
            <p:cNvSpPr/>
            <p:nvPr/>
          </p:nvSpPr>
          <p:spPr>
            <a:xfrm>
              <a:off x="7485354" y="2490088"/>
              <a:ext cx="2988100" cy="80668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72" name="文字方塊 271"/>
            <p:cNvSpPr txBox="1"/>
            <p:nvPr/>
          </p:nvSpPr>
          <p:spPr>
            <a:xfrm>
              <a:off x="7443143" y="2500505"/>
              <a:ext cx="310122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解析資料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報表資訊、曲線刻度、角度點資料、扭矩點資料、鎖付參數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87" name="群組 186"/>
          <p:cNvGrpSpPr/>
          <p:nvPr/>
        </p:nvGrpSpPr>
        <p:grpSpPr>
          <a:xfrm>
            <a:off x="84357" y="1730791"/>
            <a:ext cx="3311203" cy="1715590"/>
            <a:chOff x="7341715" y="133293"/>
            <a:chExt cx="3311203" cy="1787407"/>
          </a:xfrm>
        </p:grpSpPr>
        <p:sp>
          <p:nvSpPr>
            <p:cNvPr id="188" name="矩形 187"/>
            <p:cNvSpPr/>
            <p:nvPr/>
          </p:nvSpPr>
          <p:spPr>
            <a:xfrm>
              <a:off x="7341715" y="133293"/>
              <a:ext cx="3263588" cy="1726045"/>
            </a:xfrm>
            <a:prstGeom prst="rect">
              <a:avLst/>
            </a:prstGeom>
            <a:ln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90" name="肘形接點 189"/>
            <p:cNvCxnSpPr>
              <a:stCxn id="191" idx="2"/>
            </p:cNvCxnSpPr>
            <p:nvPr/>
          </p:nvCxnSpPr>
          <p:spPr>
            <a:xfrm rot="5400000">
              <a:off x="7602616" y="1240388"/>
              <a:ext cx="1273826" cy="1270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矩形 190"/>
            <p:cNvSpPr/>
            <p:nvPr/>
          </p:nvSpPr>
          <p:spPr>
            <a:xfrm>
              <a:off x="7392217" y="175538"/>
              <a:ext cx="1694623" cy="4279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2" name="菱形 191"/>
            <p:cNvSpPr/>
            <p:nvPr/>
          </p:nvSpPr>
          <p:spPr>
            <a:xfrm>
              <a:off x="7607521" y="1170480"/>
              <a:ext cx="1289022" cy="578498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3" name="文字方塊 192"/>
            <p:cNvSpPr txBox="1"/>
            <p:nvPr/>
          </p:nvSpPr>
          <p:spPr>
            <a:xfrm>
              <a:off x="7385396" y="150226"/>
              <a:ext cx="17685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#533 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解除單顆鎖付完成限制工具啟動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4" name="文字方塊 193"/>
            <p:cNvSpPr txBox="1"/>
            <p:nvPr/>
          </p:nvSpPr>
          <p:spPr>
            <a:xfrm>
              <a:off x="7536456" y="1206430"/>
              <a:ext cx="14311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0xCF=533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0xD0=1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5" name="矩形 194"/>
            <p:cNvSpPr/>
            <p:nvPr/>
          </p:nvSpPr>
          <p:spPr>
            <a:xfrm>
              <a:off x="7392217" y="688145"/>
              <a:ext cx="1694623" cy="40550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6" name="文字方塊 195"/>
            <p:cNvSpPr txBox="1"/>
            <p:nvPr/>
          </p:nvSpPr>
          <p:spPr>
            <a:xfrm>
              <a:off x="7392217" y="737011"/>
              <a:ext cx="17685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讀取狀態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99" name="肘形接點 198"/>
            <p:cNvCxnSpPr>
              <a:stCxn id="194" idx="3"/>
              <a:endCxn id="200" idx="2"/>
            </p:cNvCxnSpPr>
            <p:nvPr/>
          </p:nvCxnSpPr>
          <p:spPr>
            <a:xfrm flipV="1">
              <a:off x="8967609" y="1148484"/>
              <a:ext cx="943626" cy="31955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菱形 199"/>
            <p:cNvSpPr/>
            <p:nvPr/>
          </p:nvSpPr>
          <p:spPr>
            <a:xfrm>
              <a:off x="9266724" y="621787"/>
              <a:ext cx="1289022" cy="526697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1" name="文字方塊 200"/>
            <p:cNvSpPr txBox="1"/>
            <p:nvPr/>
          </p:nvSpPr>
          <p:spPr>
            <a:xfrm>
              <a:off x="9221765" y="738293"/>
              <a:ext cx="1431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詢問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</a:t>
              </a:r>
            </a:p>
          </p:txBody>
        </p:sp>
        <p:sp>
          <p:nvSpPr>
            <p:cNvPr id="202" name="矩形 201"/>
            <p:cNvSpPr/>
            <p:nvPr/>
          </p:nvSpPr>
          <p:spPr>
            <a:xfrm>
              <a:off x="9280724" y="1261286"/>
              <a:ext cx="1229641" cy="3535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3" name="文字方塊 202"/>
            <p:cNvSpPr txBox="1"/>
            <p:nvPr/>
          </p:nvSpPr>
          <p:spPr>
            <a:xfrm>
              <a:off x="9283324" y="1310151"/>
              <a:ext cx="1222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延遲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30ms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04" name="肘形接點 203"/>
            <p:cNvCxnSpPr>
              <a:stCxn id="201" idx="1"/>
              <a:endCxn id="195" idx="3"/>
            </p:cNvCxnSpPr>
            <p:nvPr/>
          </p:nvCxnSpPr>
          <p:spPr>
            <a:xfrm rot="10800000">
              <a:off x="9086841" y="890900"/>
              <a:ext cx="134925" cy="128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肘形接點 204"/>
            <p:cNvCxnSpPr>
              <a:stCxn id="200" idx="0"/>
              <a:endCxn id="193" idx="3"/>
            </p:cNvCxnSpPr>
            <p:nvPr/>
          </p:nvCxnSpPr>
          <p:spPr>
            <a:xfrm rot="16200000" flipV="1">
              <a:off x="9427622" y="138173"/>
              <a:ext cx="209951" cy="75727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文字方塊 205"/>
            <p:cNvSpPr txBox="1"/>
            <p:nvPr/>
          </p:nvSpPr>
          <p:spPr>
            <a:xfrm>
              <a:off x="8188393" y="1612923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7" name="文字方塊 206"/>
            <p:cNvSpPr txBox="1"/>
            <p:nvPr/>
          </p:nvSpPr>
          <p:spPr>
            <a:xfrm>
              <a:off x="8887993" y="124062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8" name="文字方塊 207"/>
            <p:cNvSpPr txBox="1"/>
            <p:nvPr/>
          </p:nvSpPr>
          <p:spPr>
            <a:xfrm>
              <a:off x="9086838" y="63927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9" name="文字方塊 208"/>
            <p:cNvSpPr txBox="1"/>
            <p:nvPr/>
          </p:nvSpPr>
          <p:spPr>
            <a:xfrm>
              <a:off x="9974071" y="359367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211" name="群組 210"/>
          <p:cNvGrpSpPr/>
          <p:nvPr/>
        </p:nvGrpSpPr>
        <p:grpSpPr>
          <a:xfrm>
            <a:off x="77337" y="5157892"/>
            <a:ext cx="3311203" cy="1725509"/>
            <a:chOff x="7341715" y="133293"/>
            <a:chExt cx="3311203" cy="1866844"/>
          </a:xfrm>
        </p:grpSpPr>
        <p:sp>
          <p:nvSpPr>
            <p:cNvPr id="212" name="矩形 211"/>
            <p:cNvSpPr/>
            <p:nvPr/>
          </p:nvSpPr>
          <p:spPr>
            <a:xfrm>
              <a:off x="7341715" y="133293"/>
              <a:ext cx="3263588" cy="1726045"/>
            </a:xfrm>
            <a:prstGeom prst="rect">
              <a:avLst/>
            </a:prstGeom>
            <a:ln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13" name="肘形接點 212"/>
            <p:cNvCxnSpPr>
              <a:stCxn id="214" idx="2"/>
              <a:endCxn id="217" idx="0"/>
            </p:cNvCxnSpPr>
            <p:nvPr/>
          </p:nvCxnSpPr>
          <p:spPr>
            <a:xfrm rot="16200000" flipH="1">
              <a:off x="7944304" y="898700"/>
              <a:ext cx="602955" cy="1250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矩形 213"/>
            <p:cNvSpPr/>
            <p:nvPr/>
          </p:nvSpPr>
          <p:spPr>
            <a:xfrm>
              <a:off x="7392217" y="175538"/>
              <a:ext cx="1694623" cy="4279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5" name="菱形 214"/>
            <p:cNvSpPr/>
            <p:nvPr/>
          </p:nvSpPr>
          <p:spPr>
            <a:xfrm>
              <a:off x="7607521" y="1170480"/>
              <a:ext cx="1289022" cy="578498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6" name="文字方塊 215"/>
            <p:cNvSpPr txBox="1"/>
            <p:nvPr/>
          </p:nvSpPr>
          <p:spPr>
            <a:xfrm>
              <a:off x="7385396" y="150226"/>
              <a:ext cx="17685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#562 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讀取曲線取樣模式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7" name="文字方塊 216"/>
            <p:cNvSpPr txBox="1"/>
            <p:nvPr/>
          </p:nvSpPr>
          <p:spPr>
            <a:xfrm>
              <a:off x="7536456" y="1206430"/>
              <a:ext cx="14311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0xCF=562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0xD0=1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8" name="矩形 217"/>
            <p:cNvSpPr/>
            <p:nvPr/>
          </p:nvSpPr>
          <p:spPr>
            <a:xfrm>
              <a:off x="7392217" y="688145"/>
              <a:ext cx="1694623" cy="40550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9" name="文字方塊 218"/>
            <p:cNvSpPr txBox="1"/>
            <p:nvPr/>
          </p:nvSpPr>
          <p:spPr>
            <a:xfrm>
              <a:off x="7392217" y="737011"/>
              <a:ext cx="17685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讀取狀態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20" name="肘形接點 219"/>
            <p:cNvCxnSpPr>
              <a:stCxn id="217" idx="3"/>
              <a:endCxn id="221" idx="2"/>
            </p:cNvCxnSpPr>
            <p:nvPr/>
          </p:nvCxnSpPr>
          <p:spPr>
            <a:xfrm flipV="1">
              <a:off x="8967609" y="1148484"/>
              <a:ext cx="943626" cy="31955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菱形 220"/>
            <p:cNvSpPr/>
            <p:nvPr/>
          </p:nvSpPr>
          <p:spPr>
            <a:xfrm>
              <a:off x="9266724" y="621787"/>
              <a:ext cx="1289022" cy="526697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2" name="文字方塊 221"/>
            <p:cNvSpPr txBox="1"/>
            <p:nvPr/>
          </p:nvSpPr>
          <p:spPr>
            <a:xfrm>
              <a:off x="9221765" y="738293"/>
              <a:ext cx="1431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詢問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</a:t>
              </a:r>
            </a:p>
          </p:txBody>
        </p:sp>
        <p:sp>
          <p:nvSpPr>
            <p:cNvPr id="223" name="矩形 222"/>
            <p:cNvSpPr/>
            <p:nvPr/>
          </p:nvSpPr>
          <p:spPr>
            <a:xfrm>
              <a:off x="9280724" y="1261286"/>
              <a:ext cx="1229641" cy="3535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4" name="文字方塊 223"/>
            <p:cNvSpPr txBox="1"/>
            <p:nvPr/>
          </p:nvSpPr>
          <p:spPr>
            <a:xfrm>
              <a:off x="9283324" y="1310151"/>
              <a:ext cx="1222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延遲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30ms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25" name="肘形接點 224"/>
            <p:cNvCxnSpPr>
              <a:stCxn id="222" idx="1"/>
              <a:endCxn id="218" idx="3"/>
            </p:cNvCxnSpPr>
            <p:nvPr/>
          </p:nvCxnSpPr>
          <p:spPr>
            <a:xfrm rot="10800000">
              <a:off x="9086841" y="890900"/>
              <a:ext cx="134925" cy="128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肘形接點 225"/>
            <p:cNvCxnSpPr>
              <a:stCxn id="221" idx="0"/>
              <a:endCxn id="216" idx="3"/>
            </p:cNvCxnSpPr>
            <p:nvPr/>
          </p:nvCxnSpPr>
          <p:spPr>
            <a:xfrm rot="16200000" flipV="1">
              <a:off x="9427622" y="138173"/>
              <a:ext cx="209951" cy="75727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文字方塊 226"/>
            <p:cNvSpPr txBox="1"/>
            <p:nvPr/>
          </p:nvSpPr>
          <p:spPr>
            <a:xfrm>
              <a:off x="8104748" y="1692360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8" name="文字方塊 227"/>
            <p:cNvSpPr txBox="1"/>
            <p:nvPr/>
          </p:nvSpPr>
          <p:spPr>
            <a:xfrm>
              <a:off x="8887993" y="124062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9" name="文字方塊 228"/>
            <p:cNvSpPr txBox="1"/>
            <p:nvPr/>
          </p:nvSpPr>
          <p:spPr>
            <a:xfrm>
              <a:off x="9086838" y="63927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30" name="文字方塊 229"/>
            <p:cNvSpPr txBox="1"/>
            <p:nvPr/>
          </p:nvSpPr>
          <p:spPr>
            <a:xfrm>
              <a:off x="9974071" y="359367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cxnSp>
        <p:nvCxnSpPr>
          <p:cNvPr id="235" name="肘形接點 234"/>
          <p:cNvCxnSpPr>
            <a:stCxn id="215" idx="2"/>
            <a:endCxn id="9" idx="1"/>
          </p:cNvCxnSpPr>
          <p:nvPr/>
        </p:nvCxnSpPr>
        <p:spPr>
          <a:xfrm rot="5400000" flipH="1" flipV="1">
            <a:off x="51874" y="2487151"/>
            <a:ext cx="5099885" cy="3228327"/>
          </a:xfrm>
          <a:prstGeom prst="bentConnector4">
            <a:avLst>
              <a:gd name="adj1" fmla="val -4482"/>
              <a:gd name="adj2" fmla="val 8043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肘形接點 244"/>
          <p:cNvCxnSpPr>
            <a:cxnSpLocks/>
            <a:stCxn id="10" idx="2"/>
            <a:endCxn id="75" idx="1"/>
          </p:cNvCxnSpPr>
          <p:nvPr/>
        </p:nvCxnSpPr>
        <p:spPr>
          <a:xfrm rot="5400000" flipH="1" flipV="1">
            <a:off x="4731847" y="3347353"/>
            <a:ext cx="2324863" cy="2007667"/>
          </a:xfrm>
          <a:prstGeom prst="bentConnector4">
            <a:avLst>
              <a:gd name="adj1" fmla="val -9833"/>
              <a:gd name="adj2" fmla="val 4429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流程圖: 替代程序 254"/>
          <p:cNvSpPr/>
          <p:nvPr/>
        </p:nvSpPr>
        <p:spPr>
          <a:xfrm>
            <a:off x="488793" y="40844"/>
            <a:ext cx="1006013" cy="524294"/>
          </a:xfrm>
          <a:prstGeom prst="flowChartAlternateProcess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Start</a:t>
            </a:r>
            <a:endParaRPr lang="zh-TW" altLang="en-US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6" name="流程圖: 替代程序 255"/>
          <p:cNvSpPr/>
          <p:nvPr/>
        </p:nvSpPr>
        <p:spPr>
          <a:xfrm>
            <a:off x="7027822" y="5802106"/>
            <a:ext cx="1006013" cy="524294"/>
          </a:xfrm>
          <a:prstGeom prst="flowChartAlternateProcess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End</a:t>
            </a:r>
            <a:endParaRPr lang="zh-TW" altLang="en-US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3" name="文字方塊 262"/>
          <p:cNvSpPr txBox="1"/>
          <p:nvPr/>
        </p:nvSpPr>
        <p:spPr>
          <a:xfrm>
            <a:off x="4186316" y="1874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271" name="文字方塊 270"/>
          <p:cNvSpPr txBox="1"/>
          <p:nvPr/>
        </p:nvSpPr>
        <p:spPr>
          <a:xfrm>
            <a:off x="3984655" y="70044"/>
            <a:ext cx="1347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DI Running</a:t>
            </a:r>
            <a:endParaRPr lang="zh-TW" altLang="en-US" sz="1400" dirty="0"/>
          </a:p>
        </p:txBody>
      </p:sp>
      <p:sp>
        <p:nvSpPr>
          <p:cNvPr id="276" name="標題 1"/>
          <p:cNvSpPr txBox="1">
            <a:spLocks/>
          </p:cNvSpPr>
          <p:nvPr/>
        </p:nvSpPr>
        <p:spPr bwMode="auto">
          <a:xfrm>
            <a:off x="9346248" y="-138018"/>
            <a:ext cx="32476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31" tIns="45665" rIns="91331" bIns="45665" numCol="1" anchor="t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5pPr>
            <a:lvl6pPr marL="608835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6pPr>
            <a:lvl7pPr marL="121767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7pPr>
            <a:lvl8pPr marL="1826517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8pPr>
            <a:lvl9pPr marL="2435347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9pPr>
          </a:lstStyle>
          <a:p>
            <a:r>
              <a:rPr lang="en-US" altLang="zh-TW" b="0" dirty="0"/>
              <a:t>flow chart</a:t>
            </a:r>
            <a:endParaRPr lang="zh-TW" altLang="en-US" sz="3600" kern="0" dirty="0"/>
          </a:p>
        </p:txBody>
      </p:sp>
      <p:sp>
        <p:nvSpPr>
          <p:cNvPr id="189" name="矩形 188"/>
          <p:cNvSpPr/>
          <p:nvPr/>
        </p:nvSpPr>
        <p:spPr>
          <a:xfrm>
            <a:off x="199879" y="1135643"/>
            <a:ext cx="1502229" cy="5065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7" name="文字方塊 196"/>
          <p:cNvSpPr txBox="1"/>
          <p:nvPr/>
        </p:nvSpPr>
        <p:spPr>
          <a:xfrm>
            <a:off x="277305" y="1148643"/>
            <a:ext cx="134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0x68 set 0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73" name="群組 272"/>
          <p:cNvGrpSpPr/>
          <p:nvPr/>
        </p:nvGrpSpPr>
        <p:grpSpPr>
          <a:xfrm>
            <a:off x="86893" y="3456047"/>
            <a:ext cx="3311203" cy="1725509"/>
            <a:chOff x="7341715" y="133293"/>
            <a:chExt cx="3311203" cy="1866844"/>
          </a:xfrm>
        </p:grpSpPr>
        <p:sp>
          <p:nvSpPr>
            <p:cNvPr id="274" name="矩形 273"/>
            <p:cNvSpPr/>
            <p:nvPr/>
          </p:nvSpPr>
          <p:spPr>
            <a:xfrm>
              <a:off x="7341715" y="133293"/>
              <a:ext cx="3263588" cy="1726045"/>
            </a:xfrm>
            <a:prstGeom prst="rect">
              <a:avLst/>
            </a:prstGeom>
            <a:ln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75" name="肘形接點 274"/>
            <p:cNvCxnSpPr>
              <a:stCxn id="277" idx="2"/>
              <a:endCxn id="280" idx="0"/>
            </p:cNvCxnSpPr>
            <p:nvPr/>
          </p:nvCxnSpPr>
          <p:spPr>
            <a:xfrm rot="16200000" flipH="1">
              <a:off x="7944304" y="898701"/>
              <a:ext cx="602954" cy="1250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矩形 276"/>
            <p:cNvSpPr/>
            <p:nvPr/>
          </p:nvSpPr>
          <p:spPr>
            <a:xfrm>
              <a:off x="7392217" y="175538"/>
              <a:ext cx="1694623" cy="4279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78" name="菱形 277"/>
            <p:cNvSpPr/>
            <p:nvPr/>
          </p:nvSpPr>
          <p:spPr>
            <a:xfrm>
              <a:off x="7607521" y="1170480"/>
              <a:ext cx="1289022" cy="578498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79" name="文字方塊 278"/>
            <p:cNvSpPr txBox="1"/>
            <p:nvPr/>
          </p:nvSpPr>
          <p:spPr>
            <a:xfrm>
              <a:off x="7385396" y="150226"/>
              <a:ext cx="1768562" cy="566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#517 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設定單顆螺絲鎖付完成產生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BIN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檔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80" name="文字方塊 279"/>
            <p:cNvSpPr txBox="1"/>
            <p:nvPr/>
          </p:nvSpPr>
          <p:spPr>
            <a:xfrm>
              <a:off x="7536456" y="1206430"/>
              <a:ext cx="1431153" cy="566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0xCF=517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0xD0=1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81" name="矩形 280"/>
            <p:cNvSpPr/>
            <p:nvPr/>
          </p:nvSpPr>
          <p:spPr>
            <a:xfrm>
              <a:off x="7392217" y="688145"/>
              <a:ext cx="1694623" cy="40550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82" name="文字方塊 281"/>
            <p:cNvSpPr txBox="1"/>
            <p:nvPr/>
          </p:nvSpPr>
          <p:spPr>
            <a:xfrm>
              <a:off x="7392217" y="737011"/>
              <a:ext cx="17685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讀取狀態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83" name="肘形接點 282"/>
            <p:cNvCxnSpPr>
              <a:stCxn id="280" idx="3"/>
              <a:endCxn id="284" idx="2"/>
            </p:cNvCxnSpPr>
            <p:nvPr/>
          </p:nvCxnSpPr>
          <p:spPr>
            <a:xfrm flipV="1">
              <a:off x="8967609" y="1148484"/>
              <a:ext cx="943626" cy="34098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4" name="菱形 283"/>
            <p:cNvSpPr/>
            <p:nvPr/>
          </p:nvSpPr>
          <p:spPr>
            <a:xfrm>
              <a:off x="9266724" y="621787"/>
              <a:ext cx="1289022" cy="526697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85" name="文字方塊 284"/>
            <p:cNvSpPr txBox="1"/>
            <p:nvPr/>
          </p:nvSpPr>
          <p:spPr>
            <a:xfrm>
              <a:off x="9221765" y="738293"/>
              <a:ext cx="1431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詢問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</a:t>
              </a:r>
            </a:p>
          </p:txBody>
        </p:sp>
        <p:sp>
          <p:nvSpPr>
            <p:cNvPr id="286" name="矩形 285"/>
            <p:cNvSpPr/>
            <p:nvPr/>
          </p:nvSpPr>
          <p:spPr>
            <a:xfrm>
              <a:off x="9280724" y="1261286"/>
              <a:ext cx="1229641" cy="3535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87" name="文字方塊 286"/>
            <p:cNvSpPr txBox="1"/>
            <p:nvPr/>
          </p:nvSpPr>
          <p:spPr>
            <a:xfrm>
              <a:off x="9283324" y="1310151"/>
              <a:ext cx="1222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延遲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30ms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88" name="肘形接點 287"/>
            <p:cNvCxnSpPr>
              <a:stCxn id="285" idx="1"/>
              <a:endCxn id="281" idx="3"/>
            </p:cNvCxnSpPr>
            <p:nvPr/>
          </p:nvCxnSpPr>
          <p:spPr>
            <a:xfrm rot="10800000">
              <a:off x="9086841" y="890900"/>
              <a:ext cx="134925" cy="128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肘形接點 288"/>
            <p:cNvCxnSpPr>
              <a:stCxn id="284" idx="0"/>
              <a:endCxn id="279" idx="3"/>
            </p:cNvCxnSpPr>
            <p:nvPr/>
          </p:nvCxnSpPr>
          <p:spPr>
            <a:xfrm rot="16200000" flipV="1">
              <a:off x="9438336" y="148887"/>
              <a:ext cx="188523" cy="75727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文字方塊 289"/>
            <p:cNvSpPr txBox="1"/>
            <p:nvPr/>
          </p:nvSpPr>
          <p:spPr>
            <a:xfrm>
              <a:off x="8104748" y="1692360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91" name="文字方塊 290"/>
            <p:cNvSpPr txBox="1"/>
            <p:nvPr/>
          </p:nvSpPr>
          <p:spPr>
            <a:xfrm>
              <a:off x="8887993" y="124062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92" name="文字方塊 291"/>
            <p:cNvSpPr txBox="1"/>
            <p:nvPr/>
          </p:nvSpPr>
          <p:spPr>
            <a:xfrm>
              <a:off x="9086838" y="63927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93" name="文字方塊 292"/>
            <p:cNvSpPr txBox="1"/>
            <p:nvPr/>
          </p:nvSpPr>
          <p:spPr>
            <a:xfrm>
              <a:off x="9974071" y="359367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065736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479" y="788622"/>
            <a:ext cx="3282652" cy="5244396"/>
          </a:xfrm>
          <a:prstGeom prst="rect">
            <a:avLst/>
          </a:prstGeom>
        </p:spPr>
      </p:pic>
      <p:sp>
        <p:nvSpPr>
          <p:cNvPr id="231" name="矩形 230"/>
          <p:cNvSpPr/>
          <p:nvPr/>
        </p:nvSpPr>
        <p:spPr>
          <a:xfrm>
            <a:off x="6809018" y="-8696"/>
            <a:ext cx="1686891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" name="群組 16"/>
          <p:cNvGrpSpPr/>
          <p:nvPr/>
        </p:nvGrpSpPr>
        <p:grpSpPr>
          <a:xfrm>
            <a:off x="3428997" y="2521610"/>
            <a:ext cx="3291665" cy="2282627"/>
            <a:chOff x="3936423" y="2377842"/>
            <a:chExt cx="3829933" cy="2655893"/>
          </a:xfrm>
        </p:grpSpPr>
        <p:sp>
          <p:nvSpPr>
            <p:cNvPr id="5" name="矩形 4"/>
            <p:cNvSpPr/>
            <p:nvPr/>
          </p:nvSpPr>
          <p:spPr>
            <a:xfrm>
              <a:off x="3936423" y="2377842"/>
              <a:ext cx="3810337" cy="30375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8" name="矩形 197"/>
            <p:cNvSpPr/>
            <p:nvPr/>
          </p:nvSpPr>
          <p:spPr>
            <a:xfrm>
              <a:off x="3936423" y="4729977"/>
              <a:ext cx="3810337" cy="30375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1" name="矩形 140"/>
            <p:cNvSpPr/>
            <p:nvPr/>
          </p:nvSpPr>
          <p:spPr>
            <a:xfrm>
              <a:off x="3956019" y="3810585"/>
              <a:ext cx="3810337" cy="30375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233" name="肘形接點 232"/>
          <p:cNvCxnSpPr>
            <a:stCxn id="237" idx="2"/>
            <a:endCxn id="243" idx="0"/>
          </p:cNvCxnSpPr>
          <p:nvPr/>
        </p:nvCxnSpPr>
        <p:spPr>
          <a:xfrm rot="5400000">
            <a:off x="6118289" y="3097353"/>
            <a:ext cx="3081051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矩形 233"/>
          <p:cNvSpPr/>
          <p:nvPr/>
        </p:nvSpPr>
        <p:spPr>
          <a:xfrm>
            <a:off x="6901349" y="2416200"/>
            <a:ext cx="1502229" cy="6508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6" name="菱形 235"/>
          <p:cNvSpPr/>
          <p:nvPr/>
        </p:nvSpPr>
        <p:spPr>
          <a:xfrm>
            <a:off x="7014302" y="978330"/>
            <a:ext cx="1289022" cy="578498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7" name="文字方塊 236"/>
          <p:cNvSpPr txBox="1"/>
          <p:nvPr/>
        </p:nvSpPr>
        <p:spPr>
          <a:xfrm>
            <a:off x="6985125" y="1033608"/>
            <a:ext cx="134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就緒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0x1F52 = 1 ?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8" name="菱形 237"/>
          <p:cNvSpPr/>
          <p:nvPr/>
        </p:nvSpPr>
        <p:spPr>
          <a:xfrm>
            <a:off x="6985125" y="1671437"/>
            <a:ext cx="1289022" cy="578498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9" name="文字方塊 238"/>
          <p:cNvSpPr txBox="1"/>
          <p:nvPr/>
        </p:nvSpPr>
        <p:spPr>
          <a:xfrm>
            <a:off x="6978774" y="1719348"/>
            <a:ext cx="134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狀態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0x67 = 0 ?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0" name="文字方塊 239"/>
          <p:cNvSpPr txBox="1"/>
          <p:nvPr/>
        </p:nvSpPr>
        <p:spPr>
          <a:xfrm>
            <a:off x="6978775" y="2480002"/>
            <a:ext cx="1431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0x68 set 1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1" name="菱形 240"/>
          <p:cNvSpPr/>
          <p:nvPr/>
        </p:nvSpPr>
        <p:spPr>
          <a:xfrm>
            <a:off x="7014302" y="3940488"/>
            <a:ext cx="1289022" cy="578498"/>
          </a:xfrm>
          <a:prstGeom prst="diamond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2" name="文字方塊 241"/>
          <p:cNvSpPr txBox="1"/>
          <p:nvPr/>
        </p:nvSpPr>
        <p:spPr>
          <a:xfrm>
            <a:off x="6733361" y="3945231"/>
            <a:ext cx="1850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報表行號有變化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0x6B~0x6C</a:t>
            </a:r>
          </a:p>
        </p:txBody>
      </p:sp>
      <p:sp>
        <p:nvSpPr>
          <p:cNvPr id="243" name="矩形 242"/>
          <p:cNvSpPr/>
          <p:nvPr/>
        </p:nvSpPr>
        <p:spPr>
          <a:xfrm>
            <a:off x="6907699" y="4637879"/>
            <a:ext cx="1502229" cy="6508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4" name="文字方塊 243"/>
          <p:cNvSpPr txBox="1"/>
          <p:nvPr/>
        </p:nvSpPr>
        <p:spPr>
          <a:xfrm>
            <a:off x="6985125" y="4701681"/>
            <a:ext cx="134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0x68 set 0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6" name="菱形 245"/>
          <p:cNvSpPr/>
          <p:nvPr/>
        </p:nvSpPr>
        <p:spPr>
          <a:xfrm>
            <a:off x="7015079" y="3144033"/>
            <a:ext cx="1289022" cy="578498"/>
          </a:xfrm>
          <a:prstGeom prst="diamon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7" name="文字方塊 246"/>
          <p:cNvSpPr txBox="1"/>
          <p:nvPr/>
        </p:nvSpPr>
        <p:spPr>
          <a:xfrm>
            <a:off x="7008728" y="3191944"/>
            <a:ext cx="134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狀態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0x67 = 1 ?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8" name="文字方塊 247"/>
          <p:cNvSpPr txBox="1"/>
          <p:nvPr/>
        </p:nvSpPr>
        <p:spPr>
          <a:xfrm>
            <a:off x="6809018" y="7167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DI Running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5350258" y="4786493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#533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97" name="文字方塊 196"/>
          <p:cNvSpPr txBox="1"/>
          <p:nvPr/>
        </p:nvSpPr>
        <p:spPr>
          <a:xfrm>
            <a:off x="5273124" y="272568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#562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6882" y="3837357"/>
            <a:ext cx="2911092" cy="701101"/>
          </a:xfrm>
          <a:prstGeom prst="rect">
            <a:avLst/>
          </a:prstGeom>
        </p:spPr>
      </p:pic>
      <p:pic>
        <p:nvPicPr>
          <p:cNvPr id="210" name="圖片 20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4381" y="4806195"/>
            <a:ext cx="3348400" cy="516393"/>
          </a:xfrm>
          <a:prstGeom prst="rect">
            <a:avLst/>
          </a:prstGeom>
        </p:spPr>
      </p:pic>
      <p:graphicFrame>
        <p:nvGraphicFramePr>
          <p:cNvPr id="249" name="表格 2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510178"/>
              </p:ext>
            </p:extLst>
          </p:nvPr>
        </p:nvGraphicFramePr>
        <p:xfrm>
          <a:off x="8557209" y="1001818"/>
          <a:ext cx="363479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0046">
                  <a:extLst>
                    <a:ext uri="{9D8B030D-6E8A-4147-A177-3AD203B41FA5}">
                      <a16:colId xmlns:a16="http://schemas.microsoft.com/office/drawing/2014/main" val="2408699251"/>
                    </a:ext>
                  </a:extLst>
                </a:gridCol>
                <a:gridCol w="2874746">
                  <a:extLst>
                    <a:ext uri="{9D8B030D-6E8A-4147-A177-3AD203B41FA5}">
                      <a16:colId xmlns:a16="http://schemas.microsoft.com/office/drawing/2014/main" val="2178993153"/>
                    </a:ext>
                  </a:extLst>
                </a:gridCol>
              </a:tblGrid>
              <a:tr h="229190">
                <a:tc>
                  <a:txBody>
                    <a:bodyPr/>
                    <a:lstStyle/>
                    <a:p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999114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0x1F52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就緒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=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?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915013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0x67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=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?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→ 確認已清除啟動擰緊訊號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833455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0x68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控制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=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→ 啟動擰緊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315762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0x67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=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?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→ 確認已啟動擰緊訊號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451026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執行擰緊動作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96339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0x6B</a:t>
                      </a:r>
                    </a:p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0x6C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鎖付完成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,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報表行號有變化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(0x6C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值*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65536+0x6B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值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758839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0x68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76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控制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=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→ 關閉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訊號擰緊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046126"/>
                  </a:ext>
                </a:extLst>
              </a:tr>
            </a:tbl>
          </a:graphicData>
        </a:graphic>
      </p:graphicFrame>
      <p:sp>
        <p:nvSpPr>
          <p:cNvPr id="251" name="標題 1"/>
          <p:cNvSpPr txBox="1">
            <a:spLocks/>
          </p:cNvSpPr>
          <p:nvPr/>
        </p:nvSpPr>
        <p:spPr bwMode="auto">
          <a:xfrm>
            <a:off x="9641235" y="0"/>
            <a:ext cx="32476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31" tIns="45665" rIns="91331" bIns="45665" numCol="1" anchor="t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5pPr>
            <a:lvl6pPr marL="608835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6pPr>
            <a:lvl7pPr marL="121767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7pPr>
            <a:lvl8pPr marL="1826517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8pPr>
            <a:lvl9pPr marL="2435347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9pPr>
          </a:lstStyle>
          <a:p>
            <a:r>
              <a:rPr lang="en-US" altLang="zh-TW" b="0" dirty="0"/>
              <a:t>Detail</a:t>
            </a:r>
            <a:endParaRPr lang="zh-TW" altLang="en-US" sz="3600" kern="0" dirty="0"/>
          </a:p>
        </p:txBody>
      </p:sp>
      <p:sp>
        <p:nvSpPr>
          <p:cNvPr id="72" name="矩形 71"/>
          <p:cNvSpPr/>
          <p:nvPr/>
        </p:nvSpPr>
        <p:spPr>
          <a:xfrm>
            <a:off x="43781" y="84670"/>
            <a:ext cx="2707886" cy="8796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73" name="肘形接點 72"/>
          <p:cNvCxnSpPr>
            <a:stCxn id="117" idx="2"/>
            <a:endCxn id="81" idx="0"/>
          </p:cNvCxnSpPr>
          <p:nvPr/>
        </p:nvCxnSpPr>
        <p:spPr>
          <a:xfrm rot="16200000" flipH="1">
            <a:off x="411106" y="1145831"/>
            <a:ext cx="1181906" cy="205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>
            <a:off x="204239" y="618143"/>
            <a:ext cx="1502229" cy="4725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239777" y="614209"/>
            <a:ext cx="1431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報表行號讀取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0x6B,0x6C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76" name="群組 75"/>
          <p:cNvGrpSpPr/>
          <p:nvPr/>
        </p:nvGrpSpPr>
        <p:grpSpPr>
          <a:xfrm>
            <a:off x="84357" y="1730791"/>
            <a:ext cx="3311203" cy="1715590"/>
            <a:chOff x="7341715" y="133293"/>
            <a:chExt cx="3311203" cy="1787407"/>
          </a:xfrm>
        </p:grpSpPr>
        <p:sp>
          <p:nvSpPr>
            <p:cNvPr id="77" name="矩形 76"/>
            <p:cNvSpPr/>
            <p:nvPr/>
          </p:nvSpPr>
          <p:spPr>
            <a:xfrm>
              <a:off x="7341715" y="133293"/>
              <a:ext cx="3263588" cy="1726045"/>
            </a:xfrm>
            <a:prstGeom prst="rect">
              <a:avLst/>
            </a:prstGeom>
            <a:ln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78" name="肘形接點 77"/>
            <p:cNvCxnSpPr>
              <a:stCxn id="79" idx="2"/>
            </p:cNvCxnSpPr>
            <p:nvPr/>
          </p:nvCxnSpPr>
          <p:spPr>
            <a:xfrm rot="5400000">
              <a:off x="7602616" y="1240388"/>
              <a:ext cx="1273826" cy="1270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矩形 78"/>
            <p:cNvSpPr/>
            <p:nvPr/>
          </p:nvSpPr>
          <p:spPr>
            <a:xfrm>
              <a:off x="7392217" y="175538"/>
              <a:ext cx="1694623" cy="4279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0" name="菱形 79"/>
            <p:cNvSpPr/>
            <p:nvPr/>
          </p:nvSpPr>
          <p:spPr>
            <a:xfrm>
              <a:off x="7607521" y="1170480"/>
              <a:ext cx="1289022" cy="578498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1" name="文字方塊 80"/>
            <p:cNvSpPr txBox="1"/>
            <p:nvPr/>
          </p:nvSpPr>
          <p:spPr>
            <a:xfrm>
              <a:off x="7385396" y="150226"/>
              <a:ext cx="17685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#533 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解除單顆鎖付完成限制工具啟動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2" name="文字方塊 81"/>
            <p:cNvSpPr txBox="1"/>
            <p:nvPr/>
          </p:nvSpPr>
          <p:spPr>
            <a:xfrm>
              <a:off x="7536456" y="1206430"/>
              <a:ext cx="14311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0xCF=533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0xD0=1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7392217" y="688145"/>
              <a:ext cx="1694623" cy="40550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4" name="文字方塊 83"/>
            <p:cNvSpPr txBox="1"/>
            <p:nvPr/>
          </p:nvSpPr>
          <p:spPr>
            <a:xfrm>
              <a:off x="7392217" y="737011"/>
              <a:ext cx="17685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讀取狀態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85" name="肘形接點 84"/>
            <p:cNvCxnSpPr>
              <a:stCxn id="82" idx="3"/>
              <a:endCxn id="86" idx="2"/>
            </p:cNvCxnSpPr>
            <p:nvPr/>
          </p:nvCxnSpPr>
          <p:spPr>
            <a:xfrm flipV="1">
              <a:off x="8967609" y="1148484"/>
              <a:ext cx="943626" cy="31955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菱形 85"/>
            <p:cNvSpPr/>
            <p:nvPr/>
          </p:nvSpPr>
          <p:spPr>
            <a:xfrm>
              <a:off x="9266724" y="621787"/>
              <a:ext cx="1289022" cy="526697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7" name="文字方塊 86"/>
            <p:cNvSpPr txBox="1"/>
            <p:nvPr/>
          </p:nvSpPr>
          <p:spPr>
            <a:xfrm>
              <a:off x="9221765" y="738293"/>
              <a:ext cx="1431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詢問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</a:t>
              </a:r>
            </a:p>
          </p:txBody>
        </p:sp>
        <p:sp>
          <p:nvSpPr>
            <p:cNvPr id="88" name="矩形 87"/>
            <p:cNvSpPr/>
            <p:nvPr/>
          </p:nvSpPr>
          <p:spPr>
            <a:xfrm>
              <a:off x="9280724" y="1261286"/>
              <a:ext cx="1229641" cy="3535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9" name="文字方塊 88"/>
            <p:cNvSpPr txBox="1"/>
            <p:nvPr/>
          </p:nvSpPr>
          <p:spPr>
            <a:xfrm>
              <a:off x="9283324" y="1310151"/>
              <a:ext cx="1222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延遲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30ms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90" name="肘形接點 89"/>
            <p:cNvCxnSpPr>
              <a:stCxn id="87" idx="1"/>
              <a:endCxn id="83" idx="3"/>
            </p:cNvCxnSpPr>
            <p:nvPr/>
          </p:nvCxnSpPr>
          <p:spPr>
            <a:xfrm rot="10800000">
              <a:off x="9086841" y="890900"/>
              <a:ext cx="134925" cy="128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肘形接點 90"/>
            <p:cNvCxnSpPr>
              <a:stCxn id="86" idx="0"/>
              <a:endCxn id="81" idx="3"/>
            </p:cNvCxnSpPr>
            <p:nvPr/>
          </p:nvCxnSpPr>
          <p:spPr>
            <a:xfrm rot="16200000" flipV="1">
              <a:off x="9427622" y="138173"/>
              <a:ext cx="209951" cy="75727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文字方塊 91"/>
            <p:cNvSpPr txBox="1"/>
            <p:nvPr/>
          </p:nvSpPr>
          <p:spPr>
            <a:xfrm>
              <a:off x="8188393" y="1612923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3" name="文字方塊 92"/>
            <p:cNvSpPr txBox="1"/>
            <p:nvPr/>
          </p:nvSpPr>
          <p:spPr>
            <a:xfrm>
              <a:off x="8887993" y="124062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4" name="文字方塊 93"/>
            <p:cNvSpPr txBox="1"/>
            <p:nvPr/>
          </p:nvSpPr>
          <p:spPr>
            <a:xfrm>
              <a:off x="9086838" y="63927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5" name="文字方塊 94"/>
            <p:cNvSpPr txBox="1"/>
            <p:nvPr/>
          </p:nvSpPr>
          <p:spPr>
            <a:xfrm>
              <a:off x="9974071" y="359367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96" name="群組 95"/>
          <p:cNvGrpSpPr/>
          <p:nvPr/>
        </p:nvGrpSpPr>
        <p:grpSpPr>
          <a:xfrm>
            <a:off x="77337" y="5157892"/>
            <a:ext cx="3311203" cy="1725509"/>
            <a:chOff x="7341715" y="133293"/>
            <a:chExt cx="3311203" cy="1866844"/>
          </a:xfrm>
        </p:grpSpPr>
        <p:sp>
          <p:nvSpPr>
            <p:cNvPr id="97" name="矩形 96"/>
            <p:cNvSpPr/>
            <p:nvPr/>
          </p:nvSpPr>
          <p:spPr>
            <a:xfrm>
              <a:off x="7341715" y="133293"/>
              <a:ext cx="3263588" cy="1726045"/>
            </a:xfrm>
            <a:prstGeom prst="rect">
              <a:avLst/>
            </a:prstGeom>
            <a:ln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98" name="肘形接點 97"/>
            <p:cNvCxnSpPr>
              <a:stCxn id="99" idx="2"/>
              <a:endCxn id="102" idx="0"/>
            </p:cNvCxnSpPr>
            <p:nvPr/>
          </p:nvCxnSpPr>
          <p:spPr>
            <a:xfrm rot="16200000" flipH="1">
              <a:off x="7944304" y="898700"/>
              <a:ext cx="602955" cy="1250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矩形 98"/>
            <p:cNvSpPr/>
            <p:nvPr/>
          </p:nvSpPr>
          <p:spPr>
            <a:xfrm>
              <a:off x="7392217" y="175538"/>
              <a:ext cx="1694623" cy="4279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0" name="菱形 99"/>
            <p:cNvSpPr/>
            <p:nvPr/>
          </p:nvSpPr>
          <p:spPr>
            <a:xfrm>
              <a:off x="7607521" y="1170480"/>
              <a:ext cx="1289022" cy="578498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1" name="文字方塊 100"/>
            <p:cNvSpPr txBox="1"/>
            <p:nvPr/>
          </p:nvSpPr>
          <p:spPr>
            <a:xfrm>
              <a:off x="7385396" y="150226"/>
              <a:ext cx="17685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#562 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讀取曲線取樣模式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2" name="文字方塊 101"/>
            <p:cNvSpPr txBox="1"/>
            <p:nvPr/>
          </p:nvSpPr>
          <p:spPr>
            <a:xfrm>
              <a:off x="7536456" y="1206430"/>
              <a:ext cx="14311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0xCF=562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0xD0=1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3" name="矩形 102"/>
            <p:cNvSpPr/>
            <p:nvPr/>
          </p:nvSpPr>
          <p:spPr>
            <a:xfrm>
              <a:off x="7392217" y="688145"/>
              <a:ext cx="1694623" cy="40550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4" name="文字方塊 103"/>
            <p:cNvSpPr txBox="1"/>
            <p:nvPr/>
          </p:nvSpPr>
          <p:spPr>
            <a:xfrm>
              <a:off x="7392217" y="737011"/>
              <a:ext cx="17685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讀取狀態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05" name="肘形接點 104"/>
            <p:cNvCxnSpPr>
              <a:stCxn id="102" idx="3"/>
              <a:endCxn id="106" idx="2"/>
            </p:cNvCxnSpPr>
            <p:nvPr/>
          </p:nvCxnSpPr>
          <p:spPr>
            <a:xfrm flipV="1">
              <a:off x="8967609" y="1148484"/>
              <a:ext cx="943626" cy="31955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菱形 105"/>
            <p:cNvSpPr/>
            <p:nvPr/>
          </p:nvSpPr>
          <p:spPr>
            <a:xfrm>
              <a:off x="9266724" y="621787"/>
              <a:ext cx="1289022" cy="526697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7" name="文字方塊 106"/>
            <p:cNvSpPr txBox="1"/>
            <p:nvPr/>
          </p:nvSpPr>
          <p:spPr>
            <a:xfrm>
              <a:off x="9221765" y="738293"/>
              <a:ext cx="1431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詢問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</a:t>
              </a:r>
            </a:p>
          </p:txBody>
        </p:sp>
        <p:sp>
          <p:nvSpPr>
            <p:cNvPr id="108" name="矩形 107"/>
            <p:cNvSpPr/>
            <p:nvPr/>
          </p:nvSpPr>
          <p:spPr>
            <a:xfrm>
              <a:off x="9280724" y="1261286"/>
              <a:ext cx="1229641" cy="3535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9" name="文字方塊 108"/>
            <p:cNvSpPr txBox="1"/>
            <p:nvPr/>
          </p:nvSpPr>
          <p:spPr>
            <a:xfrm>
              <a:off x="9283324" y="1310151"/>
              <a:ext cx="1222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延遲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30ms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10" name="肘形接點 109"/>
            <p:cNvCxnSpPr>
              <a:stCxn id="107" idx="1"/>
              <a:endCxn id="103" idx="3"/>
            </p:cNvCxnSpPr>
            <p:nvPr/>
          </p:nvCxnSpPr>
          <p:spPr>
            <a:xfrm rot="10800000">
              <a:off x="9086841" y="890900"/>
              <a:ext cx="134925" cy="128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肘形接點 110"/>
            <p:cNvCxnSpPr>
              <a:stCxn id="106" idx="0"/>
              <a:endCxn id="101" idx="3"/>
            </p:cNvCxnSpPr>
            <p:nvPr/>
          </p:nvCxnSpPr>
          <p:spPr>
            <a:xfrm rot="16200000" flipV="1">
              <a:off x="9427622" y="138173"/>
              <a:ext cx="209951" cy="75727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文字方塊 111"/>
            <p:cNvSpPr txBox="1"/>
            <p:nvPr/>
          </p:nvSpPr>
          <p:spPr>
            <a:xfrm>
              <a:off x="8104748" y="1692360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3" name="文字方塊 112"/>
            <p:cNvSpPr txBox="1"/>
            <p:nvPr/>
          </p:nvSpPr>
          <p:spPr>
            <a:xfrm>
              <a:off x="8887993" y="124062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4" name="文字方塊 113"/>
            <p:cNvSpPr txBox="1"/>
            <p:nvPr/>
          </p:nvSpPr>
          <p:spPr>
            <a:xfrm>
              <a:off x="9086838" y="63927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5" name="文字方塊 114"/>
            <p:cNvSpPr txBox="1"/>
            <p:nvPr/>
          </p:nvSpPr>
          <p:spPr>
            <a:xfrm>
              <a:off x="9974071" y="359367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cxnSp>
        <p:nvCxnSpPr>
          <p:cNvPr id="116" name="肘形接點 115"/>
          <p:cNvCxnSpPr>
            <a:stCxn id="100" idx="2"/>
          </p:cNvCxnSpPr>
          <p:nvPr/>
        </p:nvCxnSpPr>
        <p:spPr>
          <a:xfrm rot="5400000" flipH="1" flipV="1">
            <a:off x="51874" y="2487151"/>
            <a:ext cx="5099885" cy="3228327"/>
          </a:xfrm>
          <a:prstGeom prst="bentConnector4">
            <a:avLst>
              <a:gd name="adj1" fmla="val -4482"/>
              <a:gd name="adj2" fmla="val 8043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流程圖: 替代程序 116"/>
          <p:cNvSpPr/>
          <p:nvPr/>
        </p:nvSpPr>
        <p:spPr>
          <a:xfrm>
            <a:off x="488793" y="40844"/>
            <a:ext cx="1006013" cy="524294"/>
          </a:xfrm>
          <a:prstGeom prst="flowChartAlternateProcess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Start</a:t>
            </a:r>
            <a:endParaRPr lang="zh-TW" altLang="en-US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199879" y="1135643"/>
            <a:ext cx="1502229" cy="5065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9" name="文字方塊 118"/>
          <p:cNvSpPr txBox="1"/>
          <p:nvPr/>
        </p:nvSpPr>
        <p:spPr>
          <a:xfrm>
            <a:off x="277305" y="1148643"/>
            <a:ext cx="1347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0x68 set 0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20" name="群組 119"/>
          <p:cNvGrpSpPr/>
          <p:nvPr/>
        </p:nvGrpSpPr>
        <p:grpSpPr>
          <a:xfrm>
            <a:off x="86893" y="3456047"/>
            <a:ext cx="3311203" cy="1725509"/>
            <a:chOff x="7341715" y="133293"/>
            <a:chExt cx="3311203" cy="1866844"/>
          </a:xfrm>
        </p:grpSpPr>
        <p:sp>
          <p:nvSpPr>
            <p:cNvPr id="121" name="矩形 120"/>
            <p:cNvSpPr/>
            <p:nvPr/>
          </p:nvSpPr>
          <p:spPr>
            <a:xfrm>
              <a:off x="7341715" y="133293"/>
              <a:ext cx="3263588" cy="1726045"/>
            </a:xfrm>
            <a:prstGeom prst="rect">
              <a:avLst/>
            </a:prstGeom>
            <a:ln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22" name="肘形接點 121"/>
            <p:cNvCxnSpPr>
              <a:stCxn id="123" idx="2"/>
              <a:endCxn id="126" idx="0"/>
            </p:cNvCxnSpPr>
            <p:nvPr/>
          </p:nvCxnSpPr>
          <p:spPr>
            <a:xfrm rot="16200000" flipH="1">
              <a:off x="7944304" y="898701"/>
              <a:ext cx="602954" cy="1250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矩形 122"/>
            <p:cNvSpPr/>
            <p:nvPr/>
          </p:nvSpPr>
          <p:spPr>
            <a:xfrm>
              <a:off x="7392217" y="175538"/>
              <a:ext cx="1694623" cy="42793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4" name="菱形 123"/>
            <p:cNvSpPr/>
            <p:nvPr/>
          </p:nvSpPr>
          <p:spPr>
            <a:xfrm>
              <a:off x="7607521" y="1170480"/>
              <a:ext cx="1289022" cy="578498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5" name="文字方塊 124"/>
            <p:cNvSpPr txBox="1"/>
            <p:nvPr/>
          </p:nvSpPr>
          <p:spPr>
            <a:xfrm>
              <a:off x="7385396" y="150226"/>
              <a:ext cx="1768562" cy="566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#517 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設定單顆螺絲鎖付完成產生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BIN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檔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6" name="文字方塊 125"/>
            <p:cNvSpPr txBox="1"/>
            <p:nvPr/>
          </p:nvSpPr>
          <p:spPr>
            <a:xfrm>
              <a:off x="7536456" y="1206430"/>
              <a:ext cx="1431153" cy="566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0xCF=517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0xD0=1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7" name="矩形 126"/>
            <p:cNvSpPr/>
            <p:nvPr/>
          </p:nvSpPr>
          <p:spPr>
            <a:xfrm>
              <a:off x="7392217" y="688145"/>
              <a:ext cx="1694623" cy="40550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8" name="文字方塊 127"/>
            <p:cNvSpPr txBox="1"/>
            <p:nvPr/>
          </p:nvSpPr>
          <p:spPr>
            <a:xfrm>
              <a:off x="7392217" y="737011"/>
              <a:ext cx="17685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讀取狀態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0xCF~D1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29" name="肘形接點 128"/>
            <p:cNvCxnSpPr>
              <a:stCxn id="126" idx="3"/>
              <a:endCxn id="130" idx="2"/>
            </p:cNvCxnSpPr>
            <p:nvPr/>
          </p:nvCxnSpPr>
          <p:spPr>
            <a:xfrm flipV="1">
              <a:off x="8967609" y="1148484"/>
              <a:ext cx="943626" cy="34098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菱形 129"/>
            <p:cNvSpPr/>
            <p:nvPr/>
          </p:nvSpPr>
          <p:spPr>
            <a:xfrm>
              <a:off x="9266724" y="621787"/>
              <a:ext cx="1289022" cy="526697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1" name="文字方塊 130"/>
            <p:cNvSpPr txBox="1"/>
            <p:nvPr/>
          </p:nvSpPr>
          <p:spPr>
            <a:xfrm>
              <a:off x="9221765" y="738293"/>
              <a:ext cx="1431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詢問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</a:t>
              </a:r>
            </a:p>
          </p:txBody>
        </p:sp>
        <p:sp>
          <p:nvSpPr>
            <p:cNvPr id="132" name="矩形 131"/>
            <p:cNvSpPr/>
            <p:nvPr/>
          </p:nvSpPr>
          <p:spPr>
            <a:xfrm>
              <a:off x="9280724" y="1261286"/>
              <a:ext cx="1229641" cy="35352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3" name="文字方塊 132"/>
            <p:cNvSpPr txBox="1"/>
            <p:nvPr/>
          </p:nvSpPr>
          <p:spPr>
            <a:xfrm>
              <a:off x="9283324" y="1310151"/>
              <a:ext cx="1222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延遲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30ms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34" name="肘形接點 133"/>
            <p:cNvCxnSpPr>
              <a:stCxn id="131" idx="1"/>
              <a:endCxn id="127" idx="3"/>
            </p:cNvCxnSpPr>
            <p:nvPr/>
          </p:nvCxnSpPr>
          <p:spPr>
            <a:xfrm rot="10800000">
              <a:off x="9086841" y="890900"/>
              <a:ext cx="134925" cy="128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肘形接點 134"/>
            <p:cNvCxnSpPr>
              <a:stCxn id="130" idx="0"/>
              <a:endCxn id="125" idx="3"/>
            </p:cNvCxnSpPr>
            <p:nvPr/>
          </p:nvCxnSpPr>
          <p:spPr>
            <a:xfrm rot="16200000" flipV="1">
              <a:off x="9438336" y="148887"/>
              <a:ext cx="188523" cy="75727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文字方塊 135"/>
            <p:cNvSpPr txBox="1"/>
            <p:nvPr/>
          </p:nvSpPr>
          <p:spPr>
            <a:xfrm>
              <a:off x="8104748" y="1692360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7" name="文字方塊 136"/>
            <p:cNvSpPr txBox="1"/>
            <p:nvPr/>
          </p:nvSpPr>
          <p:spPr>
            <a:xfrm>
              <a:off x="8887993" y="124062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8" name="文字方塊 137"/>
            <p:cNvSpPr txBox="1"/>
            <p:nvPr/>
          </p:nvSpPr>
          <p:spPr>
            <a:xfrm>
              <a:off x="9086838" y="639279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9" name="文字方塊 138"/>
            <p:cNvSpPr txBox="1"/>
            <p:nvPr/>
          </p:nvSpPr>
          <p:spPr>
            <a:xfrm>
              <a:off x="9974071" y="359367"/>
              <a:ext cx="474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42" name="文字方塊 141"/>
          <p:cNvSpPr txBox="1"/>
          <p:nvPr/>
        </p:nvSpPr>
        <p:spPr>
          <a:xfrm>
            <a:off x="5326668" y="400691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#517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61617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F30919-0B1B-4905-A9C8-CBB53A334A4C}" type="slidenum">
              <a:rPr lang="zh-TW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6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3781" y="84670"/>
            <a:ext cx="2707886" cy="8796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標題 1"/>
          <p:cNvSpPr txBox="1">
            <a:spLocks/>
          </p:cNvSpPr>
          <p:nvPr/>
        </p:nvSpPr>
        <p:spPr bwMode="auto">
          <a:xfrm>
            <a:off x="9641235" y="0"/>
            <a:ext cx="32476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31" tIns="45665" rIns="91331" bIns="45665" numCol="1" anchor="t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87DC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5pPr>
            <a:lvl6pPr marL="608835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6pPr>
            <a:lvl7pPr marL="1217670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7pPr>
            <a:lvl8pPr marL="1826517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8pPr>
            <a:lvl9pPr marL="2435347"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267" b="1">
                <a:solidFill>
                  <a:srgbClr val="0099FF"/>
                </a:solidFill>
                <a:latin typeface="Arial" pitchFamily="34" charset="0"/>
                <a:ea typeface="新細明體" pitchFamily="18" charset="-120"/>
                <a:cs typeface="Arial" pitchFamily="34" charset="0"/>
              </a:defRPr>
            </a:lvl9pPr>
          </a:lstStyle>
          <a:p>
            <a:r>
              <a:rPr lang="en-US" altLang="zh-TW" b="0" dirty="0"/>
              <a:t>Detail</a:t>
            </a:r>
            <a:endParaRPr lang="zh-TW" altLang="en-US" sz="3600" kern="0" dirty="0"/>
          </a:p>
        </p:txBody>
      </p:sp>
      <p:grpSp>
        <p:nvGrpSpPr>
          <p:cNvPr id="4" name="群組 3"/>
          <p:cNvGrpSpPr/>
          <p:nvPr/>
        </p:nvGrpSpPr>
        <p:grpSpPr>
          <a:xfrm>
            <a:off x="456217" y="361950"/>
            <a:ext cx="3437497" cy="2438485"/>
            <a:chOff x="7274465" y="1003807"/>
            <a:chExt cx="3437497" cy="2438485"/>
          </a:xfrm>
        </p:grpSpPr>
        <p:sp>
          <p:nvSpPr>
            <p:cNvPr id="5" name="矩形 4"/>
            <p:cNvSpPr/>
            <p:nvPr/>
          </p:nvSpPr>
          <p:spPr>
            <a:xfrm>
              <a:off x="7274465" y="1017680"/>
              <a:ext cx="3437497" cy="2424612"/>
            </a:xfrm>
            <a:prstGeom prst="rect">
              <a:avLst/>
            </a:prstGeom>
            <a:ln>
              <a:solidFill>
                <a:srgbClr val="00B050"/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9388002" y="1003807"/>
              <a:ext cx="1323959" cy="307777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讀取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BIN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檔</a:t>
              </a:r>
            </a:p>
          </p:txBody>
        </p:sp>
        <p:cxnSp>
          <p:nvCxnSpPr>
            <p:cNvPr id="7" name="肘形接點 6"/>
            <p:cNvCxnSpPr>
              <a:stCxn id="9" idx="2"/>
              <a:endCxn id="13" idx="0"/>
            </p:cNvCxnSpPr>
            <p:nvPr/>
          </p:nvCxnSpPr>
          <p:spPr>
            <a:xfrm rot="5400000">
              <a:off x="8582219" y="2092902"/>
              <a:ext cx="794371" cy="1270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菱形 7"/>
            <p:cNvSpPr/>
            <p:nvPr/>
          </p:nvSpPr>
          <p:spPr>
            <a:xfrm>
              <a:off x="8323321" y="1144858"/>
              <a:ext cx="1289022" cy="578498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8263827" y="1172497"/>
              <a:ext cx="14311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確認檔案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是否存在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7485354" y="1877301"/>
              <a:ext cx="2988100" cy="54282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7366153" y="1925031"/>
              <a:ext cx="31073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使用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FTP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方式讀取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BIN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檔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“ID”(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報表行號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-1)%100.ToString()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8829706" y="1637958"/>
              <a:ext cx="523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00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Y</a:t>
              </a:r>
              <a:endParaRPr lang="zh-TW" altLang="en-US" sz="1400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485354" y="2490088"/>
              <a:ext cx="2988100" cy="80668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7442602" y="2506453"/>
              <a:ext cx="310122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解析資料</a:t>
              </a:r>
              <a:endPara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</a:t>
              </a:r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報表資訊、曲線刻度、角度點資料、扭矩點資料、鎖付參數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pic>
        <p:nvPicPr>
          <p:cNvPr id="18" name="圖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591" y="355413"/>
            <a:ext cx="6282636" cy="5719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12858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F30919-0B1B-4905-A9C8-CBB53A334A4C}" type="slidenum">
              <a:rPr lang="zh-TW" alt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7</a:t>
            </a:fld>
            <a:endParaRPr lang="zh-TW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16296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0435506"/>
      </p:ext>
    </p:extLst>
  </p:cSld>
  <p:clrMapOvr>
    <a:masterClrMapping/>
  </p:clrMapOvr>
</p:sld>
</file>

<file path=ppt/theme/theme1.xml><?xml version="1.0" encoding="utf-8"?>
<a:theme xmlns:a="http://schemas.openxmlformats.org/drawingml/2006/main" name="Detal1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微軟正黑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etal1" id="{2C98F15D-6280-4DE0-8509-1C168712CE1E}" vid="{6D6D3434-D159-4BE0-A442-99ABC5380B29}"/>
    </a:ext>
  </a:extLst>
</a:theme>
</file>

<file path=ppt/theme/theme2.xml><?xml version="1.0" encoding="utf-8"?>
<a:theme xmlns:a="http://schemas.openxmlformats.org/drawingml/2006/main" name="19_Office 佈景主題">
  <a:themeElements>
    <a:clrScheme name="19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Office 佈景主題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9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0_Office 佈景主題">
  <a:themeElements>
    <a:clrScheme name="19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Office 佈景主題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9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6_Office 佈景主題">
  <a:themeElements>
    <a:clrScheme name="19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Office 佈景主題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9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1_Office 佈景主題">
  <a:themeElements>
    <a:clrScheme name="19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Office 佈景主題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9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2_Office 佈景主題">
  <a:themeElements>
    <a:clrScheme name="19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Office 佈景主題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headEnd type="triangle"/>
          <a:tailEnd type="triangle"/>
        </a:ln>
      </a:spPr>
      <a:bodyPr/>
      <a:lstStyle/>
      <a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a:style>
    </a:lnDef>
  </a:objectDefaults>
  <a:extraClrSchemeLst>
    <a:extraClrScheme>
      <a:clrScheme name="19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_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微軟正黑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3_Office 佈景主題">
  <a:themeElements>
    <a:clrScheme name="19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Office 佈景主題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>
          <a:headEnd type="triangle"/>
          <a:tailEnd type="triangle"/>
        </a:ln>
      </a:spPr>
      <a:bodyPr/>
      <a:lstStyle/>
      <a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a:style>
    </a:lnDef>
  </a:objectDefaults>
  <a:extraClrSchemeLst>
    <a:extraClrScheme>
      <a:clrScheme name="19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24_Office 佈景主題">
  <a:themeElements>
    <a:clrScheme name="19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Office 佈景主題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headEnd type="triangle"/>
          <a:tailEnd type="triangle"/>
        </a:ln>
      </a:spPr>
      <a:bodyPr/>
      <a:lstStyle/>
      <a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a:style>
    </a:lnDef>
  </a:objectDefaults>
  <a:extraClrSchemeLst>
    <a:extraClrScheme>
      <a:clrScheme name="19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25_Office 佈景主題">
  <a:themeElements>
    <a:clrScheme name="19_Office 佈景主題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Office 佈景主題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headEnd type="none" w="med" len="med"/>
          <a:tailEnd type="arrow" w="med" len="med"/>
        </a:ln>
      </a:spPr>
      <a:bodyPr/>
      <a:lstStyle/>
      <a:style>
        <a:lnRef idx="2">
          <a:schemeClr val="accent4"/>
        </a:lnRef>
        <a:fillRef idx="0">
          <a:schemeClr val="accent4"/>
        </a:fillRef>
        <a:effectRef idx="1">
          <a:schemeClr val="accent4"/>
        </a:effectRef>
        <a:fontRef idx="minor">
          <a:schemeClr val="tx1"/>
        </a:fontRef>
      </a:style>
    </a:lnDef>
  </a:objectDefaults>
  <a:extraClrSchemeLst>
    <a:extraClrScheme>
      <a:clrScheme name="19_Office 佈景主題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Detal1</Template>
  <TotalTime>3626</TotalTime>
  <Words>512</Words>
  <Application>Microsoft Office PowerPoint</Application>
  <PresentationFormat>寬螢幕</PresentationFormat>
  <Paragraphs>153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10</vt:i4>
      </vt:variant>
      <vt:variant>
        <vt:lpstr>投影片標題</vt:lpstr>
      </vt:variant>
      <vt:variant>
        <vt:i4>8</vt:i4>
      </vt:variant>
    </vt:vector>
  </HeadingPairs>
  <TitlesOfParts>
    <vt:vector size="20" baseType="lpstr">
      <vt:lpstr>微軟正黑體</vt:lpstr>
      <vt:lpstr>Arial</vt:lpstr>
      <vt:lpstr>Detal1</vt:lpstr>
      <vt:lpstr>19_Office 佈景主題</vt:lpstr>
      <vt:lpstr>20_Office 佈景主題</vt:lpstr>
      <vt:lpstr>26_Office 佈景主題</vt:lpstr>
      <vt:lpstr>21_Office 佈景主題</vt:lpstr>
      <vt:lpstr>22_Office 佈景主題</vt:lpstr>
      <vt:lpstr>1_自訂設計</vt:lpstr>
      <vt:lpstr>23_Office 佈景主題</vt:lpstr>
      <vt:lpstr>24_Office 佈景主題</vt:lpstr>
      <vt:lpstr>25_Office 佈景主題</vt:lpstr>
      <vt:lpstr>伺服電鎖 通訊應用 FTP </vt:lpstr>
      <vt:lpstr>PowerPoint 簡報</vt:lpstr>
      <vt:lpstr>控制器設定 Controller Setting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KEN.CY.HE 何崇瑜</dc:creator>
  <cp:lastModifiedBy>KEN.CY.HE 何崇瑜</cp:lastModifiedBy>
  <cp:revision>475</cp:revision>
  <dcterms:created xsi:type="dcterms:W3CDTF">2024-03-25T01:26:40Z</dcterms:created>
  <dcterms:modified xsi:type="dcterms:W3CDTF">2025-07-09T06:23:06Z</dcterms:modified>
</cp:coreProperties>
</file>