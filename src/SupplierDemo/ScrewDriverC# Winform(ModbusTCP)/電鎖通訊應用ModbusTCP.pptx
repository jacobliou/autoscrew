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9" r:id="rId4"/>
    <p:sldMasterId id="2147483713" r:id="rId5"/>
    <p:sldMasterId id="2147483727" r:id="rId6"/>
    <p:sldMasterId id="2147483739" r:id="rId7"/>
    <p:sldMasterId id="2147483751" r:id="rId8"/>
    <p:sldMasterId id="2147483764" r:id="rId9"/>
    <p:sldMasterId id="2147483777" r:id="rId10"/>
  </p:sldMasterIdLst>
  <p:sldIdLst>
    <p:sldId id="257" r:id="rId11"/>
    <p:sldId id="284" r:id="rId12"/>
    <p:sldId id="285" r:id="rId13"/>
    <p:sldId id="286" r:id="rId14"/>
    <p:sldId id="287" r:id="rId15"/>
    <p:sldId id="289" r:id="rId16"/>
    <p:sldId id="290" r:id="rId17"/>
    <p:sldId id="291" r:id="rId18"/>
    <p:sldId id="256" r:id="rId19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1pPr>
    <a:lvl2pPr marL="45603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2pPr>
    <a:lvl3pPr marL="912075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3pPr>
    <a:lvl4pPr marL="136813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4pPr>
    <a:lvl5pPr marL="182417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5pPr>
    <a:lvl6pPr marL="2280223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6pPr>
    <a:lvl7pPr marL="2736262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7pPr>
    <a:lvl8pPr marL="3192311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8pPr>
    <a:lvl9pPr marL="3648355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8D6"/>
    <a:srgbClr val="0000FF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53" autoAdjust="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53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8035" indent="0" algn="ctr">
              <a:buNone/>
              <a:defRPr/>
            </a:lvl2pPr>
            <a:lvl3pPr marL="1216070" indent="0" algn="ctr">
              <a:buNone/>
              <a:defRPr/>
            </a:lvl3pPr>
            <a:lvl4pPr marL="1824130" indent="0" algn="ctr">
              <a:buNone/>
              <a:defRPr/>
            </a:lvl4pPr>
            <a:lvl5pPr marL="2432167" indent="0" algn="ctr">
              <a:buNone/>
              <a:defRPr/>
            </a:lvl5pPr>
            <a:lvl6pPr marL="3040221" indent="0" algn="ctr">
              <a:buNone/>
              <a:defRPr/>
            </a:lvl6pPr>
            <a:lvl7pPr marL="3648258" indent="0" algn="ctr">
              <a:buNone/>
              <a:defRPr/>
            </a:lvl7pPr>
            <a:lvl8pPr marL="4256308" indent="0" algn="ctr">
              <a:buNone/>
              <a:defRPr/>
            </a:lvl8pPr>
            <a:lvl9pPr marL="4864352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84800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9620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187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8035" indent="0">
              <a:buNone/>
              <a:defRPr sz="2400"/>
            </a:lvl2pPr>
            <a:lvl3pPr marL="1216070" indent="0">
              <a:buNone/>
              <a:defRPr sz="2133"/>
            </a:lvl3pPr>
            <a:lvl4pPr marL="1824130" indent="0">
              <a:buNone/>
              <a:defRPr sz="1867"/>
            </a:lvl4pPr>
            <a:lvl5pPr marL="2432167" indent="0">
              <a:buNone/>
              <a:defRPr sz="1867"/>
            </a:lvl5pPr>
            <a:lvl6pPr marL="3040221" indent="0">
              <a:buNone/>
              <a:defRPr sz="1867"/>
            </a:lvl6pPr>
            <a:lvl7pPr marL="3648258" indent="0">
              <a:buNone/>
              <a:defRPr sz="1867"/>
            </a:lvl7pPr>
            <a:lvl8pPr marL="4256308" indent="0">
              <a:buNone/>
              <a:defRPr sz="1867"/>
            </a:lvl8pPr>
            <a:lvl9pPr marL="4864352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556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4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967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35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86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86" y="2175935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9065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0652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7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84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067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8035" indent="0">
              <a:buNone/>
              <a:defRPr sz="3733"/>
            </a:lvl2pPr>
            <a:lvl3pPr marL="1216070" indent="0">
              <a:buNone/>
              <a:defRPr sz="3200"/>
            </a:lvl3pPr>
            <a:lvl4pPr marL="1824130" indent="0">
              <a:buNone/>
              <a:defRPr sz="2667"/>
            </a:lvl4pPr>
            <a:lvl5pPr marL="2432167" indent="0">
              <a:buNone/>
              <a:defRPr sz="2667"/>
            </a:lvl5pPr>
            <a:lvl6pPr marL="3040221" indent="0">
              <a:buNone/>
              <a:defRPr sz="2667"/>
            </a:lvl6pPr>
            <a:lvl7pPr marL="3648258" indent="0">
              <a:buNone/>
              <a:defRPr sz="2667"/>
            </a:lvl7pPr>
            <a:lvl8pPr marL="4256308" indent="0">
              <a:buNone/>
              <a:defRPr sz="2667"/>
            </a:lvl8pPr>
            <a:lvl9pPr marL="4864352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4801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089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17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802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 algn="ctr">
              <a:buNone/>
              <a:defRPr/>
            </a:lvl1pPr>
            <a:lvl2pPr marL="608935" indent="0" algn="ctr">
              <a:buNone/>
              <a:defRPr/>
            </a:lvl2pPr>
            <a:lvl3pPr marL="1217870" indent="0" algn="ctr">
              <a:buNone/>
              <a:defRPr/>
            </a:lvl3pPr>
            <a:lvl4pPr marL="1826816" indent="0" algn="ctr">
              <a:buNone/>
              <a:defRPr/>
            </a:lvl4pPr>
            <a:lvl5pPr marL="2435746" indent="0" algn="ctr">
              <a:buNone/>
              <a:defRPr/>
            </a:lvl5pPr>
            <a:lvl6pPr marL="3044692" indent="0" algn="ctr">
              <a:buNone/>
              <a:defRPr/>
            </a:lvl6pPr>
            <a:lvl7pPr marL="3653627" indent="0" algn="ctr">
              <a:buNone/>
              <a:defRPr/>
            </a:lvl7pPr>
            <a:lvl8pPr marL="4262565" indent="0" algn="ctr">
              <a:buNone/>
              <a:defRPr/>
            </a:lvl8pPr>
            <a:lvl9pPr marL="4871506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1563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0843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2667"/>
            </a:lvl1pPr>
            <a:lvl2pPr marL="608935" indent="0">
              <a:buNone/>
              <a:defRPr sz="2400"/>
            </a:lvl2pPr>
            <a:lvl3pPr marL="1217870" indent="0">
              <a:buNone/>
              <a:defRPr sz="2133"/>
            </a:lvl3pPr>
            <a:lvl4pPr marL="1826816" indent="0">
              <a:buNone/>
              <a:defRPr sz="1867"/>
            </a:lvl4pPr>
            <a:lvl5pPr marL="2435746" indent="0">
              <a:buNone/>
              <a:defRPr sz="1867"/>
            </a:lvl5pPr>
            <a:lvl6pPr marL="3044692" indent="0">
              <a:buNone/>
              <a:defRPr sz="1867"/>
            </a:lvl6pPr>
            <a:lvl7pPr marL="3653627" indent="0">
              <a:buNone/>
              <a:defRPr sz="1867"/>
            </a:lvl7pPr>
            <a:lvl8pPr marL="4262565" indent="0">
              <a:buNone/>
              <a:defRPr sz="1867"/>
            </a:lvl8pPr>
            <a:lvl9pPr marL="4871506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7540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51635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907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1067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6230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5" y="273064"/>
            <a:ext cx="6816108" cy="585311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0161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4267"/>
            </a:lvl1pPr>
            <a:lvl2pPr marL="608935" indent="0">
              <a:buNone/>
              <a:defRPr sz="3733"/>
            </a:lvl2pPr>
            <a:lvl3pPr marL="1217870" indent="0">
              <a:buNone/>
              <a:defRPr sz="3200"/>
            </a:lvl3pPr>
            <a:lvl4pPr marL="1826816" indent="0">
              <a:buNone/>
              <a:defRPr sz="2667"/>
            </a:lvl4pPr>
            <a:lvl5pPr marL="2435746" indent="0">
              <a:buNone/>
              <a:defRPr sz="2667"/>
            </a:lvl5pPr>
            <a:lvl6pPr marL="3044692" indent="0">
              <a:buNone/>
              <a:defRPr sz="2667"/>
            </a:lvl6pPr>
            <a:lvl7pPr marL="3653627" indent="0">
              <a:buNone/>
              <a:defRPr sz="2667"/>
            </a:lvl7pPr>
            <a:lvl8pPr marL="4262565" indent="0">
              <a:buNone/>
              <a:defRPr sz="2667"/>
            </a:lvl8pPr>
            <a:lvl9pPr marL="4871506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8"/>
            <a:ext cx="7314417" cy="8048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8761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0041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34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4" y="328634"/>
            <a:ext cx="8387252" cy="5797551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46268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67"/>
            <a:ext cx="2207683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5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45" tIns="45672" rIns="91345" bIns="45672">
            <a:normAutofit/>
          </a:bodyPr>
          <a:lstStyle>
            <a:lvl1pPr marL="380592" indent="-380592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935" indent="0">
              <a:buNone/>
              <a:defRPr sz="3733">
                <a:solidFill>
                  <a:schemeClr val="tx1"/>
                </a:solidFill>
              </a:defRPr>
            </a:lvl2pPr>
            <a:lvl3pPr marL="1217870" indent="0">
              <a:buNone/>
              <a:defRPr sz="3733">
                <a:solidFill>
                  <a:schemeClr val="tx1"/>
                </a:solidFill>
              </a:defRPr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8086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6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 algn="ctr">
              <a:buNone/>
              <a:defRPr/>
            </a:lvl1pPr>
            <a:lvl2pPr marL="609135" indent="0" algn="ctr">
              <a:buNone/>
              <a:defRPr/>
            </a:lvl2pPr>
            <a:lvl3pPr marL="1218270" indent="0" algn="ctr">
              <a:buNone/>
              <a:defRPr/>
            </a:lvl3pPr>
            <a:lvl4pPr marL="1827410" indent="0" algn="ctr">
              <a:buNone/>
              <a:defRPr/>
            </a:lvl4pPr>
            <a:lvl5pPr marL="2436540" indent="0" algn="ctr">
              <a:buNone/>
              <a:defRPr/>
            </a:lvl5pPr>
            <a:lvl6pPr marL="3045685" indent="0" algn="ctr">
              <a:buNone/>
              <a:defRPr/>
            </a:lvl6pPr>
            <a:lvl7pPr marL="3654821" indent="0" algn="ctr">
              <a:buNone/>
              <a:defRPr/>
            </a:lvl7pPr>
            <a:lvl8pPr marL="4263957" indent="0" algn="ctr">
              <a:buNone/>
              <a:defRPr/>
            </a:lvl8pPr>
            <a:lvl9pPr marL="487309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205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06602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2667"/>
            </a:lvl1pPr>
            <a:lvl2pPr marL="609135" indent="0">
              <a:buNone/>
              <a:defRPr sz="2400"/>
            </a:lvl2pPr>
            <a:lvl3pPr marL="1218270" indent="0">
              <a:buNone/>
              <a:defRPr sz="2133"/>
            </a:lvl3pPr>
            <a:lvl4pPr marL="1827410" indent="0">
              <a:buNone/>
              <a:defRPr sz="1867"/>
            </a:lvl4pPr>
            <a:lvl5pPr marL="2436540" indent="0">
              <a:buNone/>
              <a:defRPr sz="1867"/>
            </a:lvl5pPr>
            <a:lvl6pPr marL="3045685" indent="0">
              <a:buNone/>
              <a:defRPr sz="1867"/>
            </a:lvl6pPr>
            <a:lvl7pPr marL="3654821" indent="0">
              <a:buNone/>
              <a:defRPr sz="1867"/>
            </a:lvl7pPr>
            <a:lvl8pPr marL="4263957" indent="0">
              <a:buNone/>
              <a:defRPr sz="1867"/>
            </a:lvl8pPr>
            <a:lvl9pPr marL="487309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2585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6983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675008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7837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77251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0" y="273064"/>
            <a:ext cx="6816108" cy="585311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5532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4267"/>
            </a:lvl1pPr>
            <a:lvl2pPr marL="609135" indent="0">
              <a:buNone/>
              <a:defRPr sz="3733"/>
            </a:lvl2pPr>
            <a:lvl3pPr marL="1218270" indent="0">
              <a:buNone/>
              <a:defRPr sz="3200"/>
            </a:lvl3pPr>
            <a:lvl4pPr marL="1827410" indent="0">
              <a:buNone/>
              <a:defRPr sz="2667"/>
            </a:lvl4pPr>
            <a:lvl5pPr marL="2436540" indent="0">
              <a:buNone/>
              <a:defRPr sz="2667"/>
            </a:lvl5pPr>
            <a:lvl6pPr marL="3045685" indent="0">
              <a:buNone/>
              <a:defRPr sz="2667"/>
            </a:lvl6pPr>
            <a:lvl7pPr marL="3654821" indent="0">
              <a:buNone/>
              <a:defRPr sz="2667"/>
            </a:lvl7pPr>
            <a:lvl8pPr marL="4263957" indent="0">
              <a:buNone/>
              <a:defRPr sz="2667"/>
            </a:lvl8pPr>
            <a:lvl9pPr marL="487309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3"/>
            <a:ext cx="7314417" cy="8048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87543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316758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9" y="328617"/>
            <a:ext cx="8387252" cy="5797551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4028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20"/>
            <a:ext cx="2207683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0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74" tIns="45687" rIns="91374" bIns="45687">
            <a:normAutofit/>
          </a:bodyPr>
          <a:lstStyle>
            <a:lvl1pPr marL="380714" indent="-380714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35" indent="0">
              <a:buNone/>
              <a:defRPr sz="3733">
                <a:solidFill>
                  <a:schemeClr val="tx1"/>
                </a:solidFill>
              </a:defRPr>
            </a:lvl2pPr>
            <a:lvl3pPr marL="1218270" indent="0">
              <a:buNone/>
              <a:defRPr sz="3733">
                <a:solidFill>
                  <a:schemeClr val="tx1"/>
                </a:solidFill>
              </a:defRPr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10501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74" tIns="45687" rIns="91374" bIns="4568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8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75057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 algn="ctr">
              <a:buNone/>
              <a:defRPr/>
            </a:lvl1pPr>
            <a:lvl2pPr marL="608835" indent="0" algn="ctr">
              <a:buNone/>
              <a:defRPr/>
            </a:lvl2pPr>
            <a:lvl3pPr marL="1217670" indent="0" algn="ctr">
              <a:buNone/>
              <a:defRPr/>
            </a:lvl3pPr>
            <a:lvl4pPr marL="1826517" indent="0" algn="ctr">
              <a:buNone/>
              <a:defRPr/>
            </a:lvl4pPr>
            <a:lvl5pPr marL="2435347" indent="0" algn="ctr">
              <a:buNone/>
              <a:defRPr/>
            </a:lvl5pPr>
            <a:lvl6pPr marL="3044195" indent="0" algn="ctr">
              <a:buNone/>
              <a:defRPr/>
            </a:lvl6pPr>
            <a:lvl7pPr marL="3653030" indent="0" algn="ctr">
              <a:buNone/>
              <a:defRPr/>
            </a:lvl7pPr>
            <a:lvl8pPr marL="4261869" indent="0" algn="ctr">
              <a:buNone/>
              <a:defRPr/>
            </a:lvl8pPr>
            <a:lvl9pPr marL="487071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8821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449203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2667"/>
            </a:lvl1pPr>
            <a:lvl2pPr marL="608835" indent="0">
              <a:buNone/>
              <a:defRPr sz="2400"/>
            </a:lvl2pPr>
            <a:lvl3pPr marL="1217670" indent="0">
              <a:buNone/>
              <a:defRPr sz="2133"/>
            </a:lvl3pPr>
            <a:lvl4pPr marL="1826517" indent="0">
              <a:buNone/>
              <a:defRPr sz="1867"/>
            </a:lvl4pPr>
            <a:lvl5pPr marL="2435347" indent="0">
              <a:buNone/>
              <a:defRPr sz="1867"/>
            </a:lvl5pPr>
            <a:lvl6pPr marL="3044195" indent="0">
              <a:buNone/>
              <a:defRPr sz="1867"/>
            </a:lvl6pPr>
            <a:lvl7pPr marL="3653030" indent="0">
              <a:buNone/>
              <a:defRPr sz="1867"/>
            </a:lvl7pPr>
            <a:lvl8pPr marL="4261869" indent="0">
              <a:buNone/>
              <a:defRPr sz="1867"/>
            </a:lvl8pPr>
            <a:lvl9pPr marL="4870710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04672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172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8547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6259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0616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8" y="273064"/>
            <a:ext cx="6816108" cy="585311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4205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4267"/>
            </a:lvl1pPr>
            <a:lvl2pPr marL="608835" indent="0">
              <a:buNone/>
              <a:defRPr sz="3733"/>
            </a:lvl2pPr>
            <a:lvl3pPr marL="1217670" indent="0">
              <a:buNone/>
              <a:defRPr sz="3200"/>
            </a:lvl3pPr>
            <a:lvl4pPr marL="1826517" indent="0">
              <a:buNone/>
              <a:defRPr sz="2667"/>
            </a:lvl4pPr>
            <a:lvl5pPr marL="2435347" indent="0">
              <a:buNone/>
              <a:defRPr sz="2667"/>
            </a:lvl5pPr>
            <a:lvl6pPr marL="3044195" indent="0">
              <a:buNone/>
              <a:defRPr sz="2667"/>
            </a:lvl6pPr>
            <a:lvl7pPr marL="3653030" indent="0">
              <a:buNone/>
              <a:defRPr sz="2667"/>
            </a:lvl7pPr>
            <a:lvl8pPr marL="4261869" indent="0">
              <a:buNone/>
              <a:defRPr sz="2667"/>
            </a:lvl8pPr>
            <a:lvl9pPr marL="4870710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61"/>
            <a:ext cx="7314417" cy="8048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78376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07571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7" y="328617"/>
            <a:ext cx="8387252" cy="5797551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5211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85"/>
            <a:ext cx="2207683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  <a:cs typeface="Arial"/>
              </a:rPr>
              <a:t>Delta Confidential</a:t>
            </a:r>
            <a:endParaRPr kumimoji="0" lang="zh-TW" altLang="en-US" sz="1333">
              <a:solidFill>
                <a:srgbClr val="4D4D4D"/>
              </a:solidFill>
              <a:cs typeface="Arial"/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8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31" tIns="45665" rIns="91331" bIns="45665">
            <a:normAutofit/>
          </a:bodyPr>
          <a:lstStyle>
            <a:lvl1pPr marL="380530" indent="-380530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835" indent="0">
              <a:buNone/>
              <a:defRPr sz="3733">
                <a:solidFill>
                  <a:schemeClr val="tx1"/>
                </a:solidFill>
              </a:defRPr>
            </a:lvl2pPr>
            <a:lvl3pPr marL="1217670" indent="0">
              <a:buNone/>
              <a:defRPr sz="3733">
                <a:solidFill>
                  <a:schemeClr val="tx1"/>
                </a:solidFill>
              </a:defRPr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75220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31" tIns="45665" rIns="91331" bIns="45665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1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0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9549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 algn="ctr">
              <a:buNone/>
              <a:defRPr/>
            </a:lvl1pPr>
            <a:lvl2pPr marL="609286" indent="0" algn="ctr">
              <a:buNone/>
              <a:defRPr/>
            </a:lvl2pPr>
            <a:lvl3pPr marL="1218570" indent="0" algn="ctr">
              <a:buNone/>
              <a:defRPr/>
            </a:lvl3pPr>
            <a:lvl4pPr marL="1827858" indent="0" algn="ctr">
              <a:buNone/>
              <a:defRPr/>
            </a:lvl4pPr>
            <a:lvl5pPr marL="2437140" indent="0" algn="ctr">
              <a:buNone/>
              <a:defRPr/>
            </a:lvl5pPr>
            <a:lvl6pPr marL="3046432" indent="0" algn="ctr">
              <a:buNone/>
              <a:defRPr/>
            </a:lvl6pPr>
            <a:lvl7pPr marL="3655717" indent="0" algn="ctr">
              <a:buNone/>
              <a:defRPr/>
            </a:lvl7pPr>
            <a:lvl8pPr marL="4265003" indent="0" algn="ctr">
              <a:buNone/>
              <a:defRPr/>
            </a:lvl8pPr>
            <a:lvl9pPr marL="4874291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659051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25364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2667"/>
            </a:lvl1pPr>
            <a:lvl2pPr marL="609286" indent="0">
              <a:buNone/>
              <a:defRPr sz="2400"/>
            </a:lvl2pPr>
            <a:lvl3pPr marL="1218570" indent="0">
              <a:buNone/>
              <a:defRPr sz="2133"/>
            </a:lvl3pPr>
            <a:lvl4pPr marL="1827858" indent="0">
              <a:buNone/>
              <a:defRPr sz="1867"/>
            </a:lvl4pPr>
            <a:lvl5pPr marL="2437140" indent="0">
              <a:buNone/>
              <a:defRPr sz="1867"/>
            </a:lvl5pPr>
            <a:lvl6pPr marL="3046432" indent="0">
              <a:buNone/>
              <a:defRPr sz="1867"/>
            </a:lvl6pPr>
            <a:lvl7pPr marL="3655717" indent="0">
              <a:buNone/>
              <a:defRPr sz="1867"/>
            </a:lvl7pPr>
            <a:lvl8pPr marL="4265003" indent="0">
              <a:buNone/>
              <a:defRPr sz="1867"/>
            </a:lvl8pPr>
            <a:lvl9pPr marL="4874291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1719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3131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8893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5508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6984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26" y="273064"/>
            <a:ext cx="6816108" cy="585311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19956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4267"/>
            </a:lvl1pPr>
            <a:lvl2pPr marL="609286" indent="0">
              <a:buNone/>
              <a:defRPr sz="3733"/>
            </a:lvl2pPr>
            <a:lvl3pPr marL="1218570" indent="0">
              <a:buNone/>
              <a:defRPr sz="3200"/>
            </a:lvl3pPr>
            <a:lvl4pPr marL="1827858" indent="0">
              <a:buNone/>
              <a:defRPr sz="2667"/>
            </a:lvl4pPr>
            <a:lvl5pPr marL="2437140" indent="0">
              <a:buNone/>
              <a:defRPr sz="2667"/>
            </a:lvl5pPr>
            <a:lvl6pPr marL="3046432" indent="0">
              <a:buNone/>
              <a:defRPr sz="2667"/>
            </a:lvl6pPr>
            <a:lvl7pPr marL="3655717" indent="0">
              <a:buNone/>
              <a:defRPr sz="2667"/>
            </a:lvl7pPr>
            <a:lvl8pPr marL="4265003" indent="0">
              <a:buNone/>
              <a:defRPr sz="2667"/>
            </a:lvl8pPr>
            <a:lvl9pPr marL="4874291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9"/>
            <a:ext cx="7314417" cy="8048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8487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11573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5" y="328617"/>
            <a:ext cx="8387252" cy="5797551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8332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891"/>
            <a:ext cx="2207683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26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96" tIns="45697" rIns="91396" bIns="45697">
            <a:normAutofit/>
          </a:bodyPr>
          <a:lstStyle>
            <a:lvl1pPr marL="380806" indent="-380806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286" indent="0">
              <a:buNone/>
              <a:defRPr sz="3733">
                <a:solidFill>
                  <a:schemeClr val="tx1"/>
                </a:solidFill>
              </a:defRPr>
            </a:lvl2pPr>
            <a:lvl3pPr marL="1218570" indent="0">
              <a:buNone/>
              <a:defRPr sz="3733">
                <a:solidFill>
                  <a:schemeClr val="tx1"/>
                </a:solidFill>
              </a:defRPr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63529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96" tIns="45697" rIns="91396" bIns="4569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254892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00338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04668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90458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06824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0975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79357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1154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0166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772103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8448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573936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94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0006" indent="0" algn="ctr">
              <a:buNone/>
              <a:defRPr/>
            </a:lvl2pPr>
            <a:lvl3pPr marL="1199989" indent="0" algn="ctr">
              <a:buNone/>
              <a:defRPr/>
            </a:lvl3pPr>
            <a:lvl4pPr marL="1800083" indent="0" algn="ctr">
              <a:buNone/>
              <a:defRPr/>
            </a:lvl4pPr>
            <a:lvl5pPr marL="2400097" indent="0" algn="ctr">
              <a:buNone/>
              <a:defRPr/>
            </a:lvl5pPr>
            <a:lvl6pPr marL="3000133" indent="0" algn="ctr">
              <a:buNone/>
              <a:defRPr/>
            </a:lvl6pPr>
            <a:lvl7pPr marL="3600137" indent="0" algn="ctr">
              <a:buNone/>
              <a:defRPr/>
            </a:lvl7pPr>
            <a:lvl8pPr marL="4200170" indent="0" algn="ctr">
              <a:buNone/>
              <a:defRPr/>
            </a:lvl8pPr>
            <a:lvl9pPr marL="4800217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5760563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451651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213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0006" indent="0">
              <a:buNone/>
              <a:defRPr sz="2400"/>
            </a:lvl2pPr>
            <a:lvl3pPr marL="1199989" indent="0">
              <a:buNone/>
              <a:defRPr sz="2133"/>
            </a:lvl3pPr>
            <a:lvl4pPr marL="1800083" indent="0">
              <a:buNone/>
              <a:defRPr sz="1867"/>
            </a:lvl4pPr>
            <a:lvl5pPr marL="2400097" indent="0">
              <a:buNone/>
              <a:defRPr sz="1867"/>
            </a:lvl5pPr>
            <a:lvl6pPr marL="3000133" indent="0">
              <a:buNone/>
              <a:defRPr sz="1867"/>
            </a:lvl6pPr>
            <a:lvl7pPr marL="3600137" indent="0">
              <a:buNone/>
              <a:defRPr sz="1867"/>
            </a:lvl7pPr>
            <a:lvl8pPr marL="4200170" indent="0">
              <a:buNone/>
              <a:defRPr sz="1867"/>
            </a:lvl8pPr>
            <a:lvl9pPr marL="4800217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22462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6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348980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61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461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461" y="2175961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262181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58975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4716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82" y="273417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6" y="273422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82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936526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0006" indent="0">
              <a:buNone/>
              <a:defRPr sz="3733"/>
            </a:lvl2pPr>
            <a:lvl3pPr marL="1199989" indent="0">
              <a:buNone/>
              <a:defRPr sz="3200"/>
            </a:lvl3pPr>
            <a:lvl4pPr marL="1800083" indent="0">
              <a:buNone/>
              <a:defRPr sz="2667"/>
            </a:lvl4pPr>
            <a:lvl5pPr marL="2400097" indent="0">
              <a:buNone/>
              <a:defRPr sz="2667"/>
            </a:lvl5pPr>
            <a:lvl6pPr marL="3000133" indent="0">
              <a:buNone/>
              <a:defRPr sz="2667"/>
            </a:lvl6pPr>
            <a:lvl7pPr marL="3600137" indent="0">
              <a:buNone/>
              <a:defRPr sz="2667"/>
            </a:lvl7pPr>
            <a:lvl8pPr marL="4200170" indent="0">
              <a:buNone/>
              <a:defRPr sz="2667"/>
            </a:lvl8pPr>
            <a:lvl9pPr marL="4800217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70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421853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4679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24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463528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54819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03183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967422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74346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51100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79902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394859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77186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79256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416682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598490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728478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63707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843907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620333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86696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7535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17957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512156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96817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75708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976739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294534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41966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6478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92575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010712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63808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34426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99440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45071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69120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87341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36920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91491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58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8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105358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8035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21607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2413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3216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6031" indent="-45603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88073" indent="-380038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20113" indent="-304018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28153" indent="-304018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3620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44244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52287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6032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68372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035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607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413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2167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0221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4825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5630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64352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92"/>
            <a:ext cx="2208200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3" y="6308748"/>
            <a:ext cx="2841348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5" tIns="45672" rIns="91345" bIns="45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2919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9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8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81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74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703" indent="-45670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525" indent="-3805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347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283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0221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9163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8101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7032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976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3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87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81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74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692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627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56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150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47"/>
            <a:ext cx="2208200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8" y="6308748"/>
            <a:ext cx="2841348" cy="365125"/>
          </a:xfrm>
          <a:prstGeom prst="rect">
            <a:avLst/>
          </a:prstGeom>
        </p:spPr>
        <p:txBody>
          <a:bodyPr vert="horz" lIns="91374" tIns="45687" rIns="91374" bIns="4568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4" tIns="45687" rIns="91374" bIns="4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5039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1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2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41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65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853" indent="-45685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847" indent="-38071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84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980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11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025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9393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852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7667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3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27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41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54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68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4821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3957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098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511"/>
            <a:ext cx="2208200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6" y="6308748"/>
            <a:ext cx="2841348" cy="365125"/>
          </a:xfrm>
          <a:prstGeom prst="rect">
            <a:avLst/>
          </a:prstGeom>
        </p:spPr>
        <p:txBody>
          <a:bodyPr vert="horz" lIns="91331" tIns="45665" rIns="91331" bIns="4566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4184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8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6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51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34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629" indent="-45662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363" indent="-3805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099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0935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39776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861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7454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628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131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3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67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1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34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19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03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869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71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2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17"/>
            <a:ext cx="2208200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4" y="6308748"/>
            <a:ext cx="2841348" cy="365125"/>
          </a:xfrm>
          <a:prstGeom prst="rect">
            <a:avLst/>
          </a:prstGeom>
        </p:spPr>
        <p:txBody>
          <a:bodyPr vert="horz" lIns="91396" tIns="45697" rIns="91396" bIns="4569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6" tIns="45697" rIns="91396" bIns="456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9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28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5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858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71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965" indent="-456965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089" indent="-3808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21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2503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78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107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0362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964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8935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86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7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858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4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432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717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003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91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498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74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204718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0006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199989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00083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0009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0001" indent="-45000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75046" indent="-375045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00094" indent="-300027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00085" indent="-300027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00108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00151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0015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0019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0021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0006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89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8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0009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0013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13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0017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0021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732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9142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9923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881745"/>
            <a:ext cx="5184576" cy="1680187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伺服電鎖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通訊應用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ModbusTCP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405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71" y="44700"/>
            <a:ext cx="2920550" cy="3204099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021779" y="2041176"/>
            <a:ext cx="2296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C# </a:t>
            </a:r>
            <a:r>
              <a:rPr lang="en-US" altLang="zh-TW" dirty="0" err="1"/>
              <a:t>Winform</a:t>
            </a:r>
            <a:endParaRPr lang="en-US" altLang="zh-TW" dirty="0"/>
          </a:p>
          <a:p>
            <a:pPr algn="r"/>
            <a:r>
              <a:rPr lang="en-US" altLang="zh-TW" dirty="0"/>
              <a:t>192.168.1.101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Client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84" y="1348062"/>
            <a:ext cx="3011858" cy="5477447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7024676" y="2906732"/>
            <a:ext cx="2450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3</a:t>
            </a:r>
            <a:r>
              <a:rPr lang="zh-TW" altLang="en-US" dirty="0"/>
              <a:t>代電鎖控制器</a:t>
            </a:r>
            <a:endParaRPr lang="en-US" altLang="zh-TW" dirty="0"/>
          </a:p>
          <a:p>
            <a:pPr algn="r"/>
            <a:r>
              <a:rPr lang="en-US" altLang="zh-TW" dirty="0"/>
              <a:t>192.168.1.11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Server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圖說文字 22"/>
          <p:cNvSpPr/>
          <p:nvPr/>
        </p:nvSpPr>
        <p:spPr>
          <a:xfrm>
            <a:off x="8840388" y="1196"/>
            <a:ext cx="2755176" cy="1400539"/>
          </a:xfrm>
          <a:prstGeom prst="wedgeRectCallout">
            <a:avLst>
              <a:gd name="adj1" fmla="val -19960"/>
              <a:gd name="adj2" fmla="val 721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/>
          <p:nvPr/>
        </p:nvCxnSpPr>
        <p:spPr>
          <a:xfrm>
            <a:off x="3455810" y="1992071"/>
            <a:ext cx="6012637" cy="614821"/>
          </a:xfrm>
          <a:prstGeom prst="bentConnector3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916" y="1610829"/>
            <a:ext cx="1280417" cy="204962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531125" y="1863779"/>
            <a:ext cx="640209" cy="11823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226478" y="3839135"/>
            <a:ext cx="6044454" cy="2551505"/>
            <a:chOff x="226478" y="3839135"/>
            <a:chExt cx="6044454" cy="2551505"/>
          </a:xfrm>
        </p:grpSpPr>
        <p:sp>
          <p:nvSpPr>
            <p:cNvPr id="21" name="矩形圖說文字 20"/>
            <p:cNvSpPr/>
            <p:nvPr/>
          </p:nvSpPr>
          <p:spPr>
            <a:xfrm>
              <a:off x="226478" y="3839135"/>
              <a:ext cx="6044454" cy="2551505"/>
            </a:xfrm>
            <a:prstGeom prst="wedgeRectCallout">
              <a:avLst>
                <a:gd name="adj1" fmla="val -20329"/>
                <a:gd name="adj2" fmla="val -7368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1" y="3937251"/>
              <a:ext cx="5861668" cy="2395912"/>
            </a:xfrm>
            <a:prstGeom prst="rect">
              <a:avLst/>
            </a:prstGeom>
          </p:spPr>
        </p:pic>
      </p:grpSp>
      <p:grpSp>
        <p:nvGrpSpPr>
          <p:cNvPr id="20" name="群組 19"/>
          <p:cNvGrpSpPr/>
          <p:nvPr/>
        </p:nvGrpSpPr>
        <p:grpSpPr>
          <a:xfrm>
            <a:off x="8885354" y="103341"/>
            <a:ext cx="2665243" cy="1108292"/>
            <a:chOff x="8885354" y="103341"/>
            <a:chExt cx="2665243" cy="1108292"/>
          </a:xfrm>
        </p:grpSpPr>
        <p:pic>
          <p:nvPicPr>
            <p:cNvPr id="25" name="圖片 24"/>
            <p:cNvPicPr>
              <a:picLocks noChangeAspect="1"/>
            </p:cNvPicPr>
            <p:nvPr/>
          </p:nvPicPr>
          <p:blipFill rotWithShape="1">
            <a:blip r:embed="rId6"/>
            <a:srcRect b="61286"/>
            <a:stretch/>
          </p:blipFill>
          <p:spPr>
            <a:xfrm>
              <a:off x="8885354" y="103341"/>
              <a:ext cx="2665243" cy="1056389"/>
            </a:xfrm>
            <a:prstGeom prst="rect">
              <a:avLst/>
            </a:prstGeom>
          </p:spPr>
        </p:pic>
        <p:pic>
          <p:nvPicPr>
            <p:cNvPr id="26" name="圖片 25"/>
            <p:cNvPicPr>
              <a:picLocks noChangeAspect="1"/>
            </p:cNvPicPr>
            <p:nvPr/>
          </p:nvPicPr>
          <p:blipFill rotWithShape="1">
            <a:blip r:embed="rId6"/>
            <a:srcRect t="1" b="98323"/>
            <a:stretch/>
          </p:blipFill>
          <p:spPr>
            <a:xfrm rot="10800000">
              <a:off x="8885354" y="1165914"/>
              <a:ext cx="2665243" cy="45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62879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3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1" y="2121424"/>
            <a:ext cx="2917100" cy="468577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t="1" b="232"/>
          <a:stretch/>
        </p:blipFill>
        <p:spPr>
          <a:xfrm>
            <a:off x="3167893" y="2121424"/>
            <a:ext cx="2907408" cy="46942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l="174"/>
          <a:stretch/>
        </p:blipFill>
        <p:spPr>
          <a:xfrm>
            <a:off x="6124684" y="2134737"/>
            <a:ext cx="2916872" cy="468092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939" y="2139583"/>
            <a:ext cx="2921946" cy="467608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6"/>
          <a:srcRect t="81771" b="6652"/>
          <a:stretch/>
        </p:blipFill>
        <p:spPr>
          <a:xfrm>
            <a:off x="8993733" y="719543"/>
            <a:ext cx="2917100" cy="541866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23792" y="1686313"/>
            <a:ext cx="256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Create a tightening parameter</a:t>
            </a:r>
            <a:endParaRPr lang="zh-TW" altLang="en-US" sz="1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331019" y="1557317"/>
            <a:ext cx="2581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The tightening source </a:t>
            </a:r>
          </a:p>
          <a:p>
            <a:r>
              <a:rPr lang="en-US" altLang="zh-TW" sz="1400" dirty="0"/>
              <a:t>uses this tightening parameter</a:t>
            </a:r>
            <a:endParaRPr lang="zh-TW" altLang="en-US" sz="1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124684" y="1557317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Start condition </a:t>
            </a:r>
          </a:p>
          <a:p>
            <a:r>
              <a:rPr lang="en-US" altLang="zh-TW" sz="1400"/>
              <a:t>"</a:t>
            </a:r>
            <a:r>
              <a:rPr lang="en-US" altLang="zh-TW" sz="1400" dirty="0"/>
              <a:t>DI or Lever Start"</a:t>
            </a:r>
            <a:endParaRPr lang="zh-TW" altLang="en-US" sz="1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612951" y="1755442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Set DI/DO function</a:t>
            </a:r>
            <a:endParaRPr lang="zh-TW" altLang="en-US" sz="1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824192" y="119959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Controller Firmware</a:t>
            </a:r>
          </a:p>
          <a:p>
            <a:r>
              <a:rPr lang="en-US" altLang="zh-TW" sz="1400" dirty="0"/>
              <a:t>Use version 1.00.00.170.xxx or above</a:t>
            </a:r>
            <a:endParaRPr lang="zh-TW" altLang="en-US" sz="1400" dirty="0"/>
          </a:p>
        </p:txBody>
      </p:sp>
      <p:sp>
        <p:nvSpPr>
          <p:cNvPr id="17" name="橢圓 16"/>
          <p:cNvSpPr/>
          <p:nvPr/>
        </p:nvSpPr>
        <p:spPr>
          <a:xfrm>
            <a:off x="8409325" y="17413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73413" y="1260859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2960459" y="1294134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10996" y="134057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8993733" y="139736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0845" y="3235887"/>
            <a:ext cx="2326887" cy="277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607732" y="2644952"/>
            <a:ext cx="287867" cy="259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231392" y="3434911"/>
            <a:ext cx="1721608" cy="26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7620000" y="3584355"/>
            <a:ext cx="1242756" cy="217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10236198" y="3127297"/>
            <a:ext cx="1632299" cy="1122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0250216" y="4846031"/>
            <a:ext cx="1632299" cy="391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標題 1"/>
          <p:cNvSpPr>
            <a:spLocks noGrp="1"/>
          </p:cNvSpPr>
          <p:nvPr>
            <p:ph type="title"/>
          </p:nvPr>
        </p:nvSpPr>
        <p:spPr>
          <a:xfrm>
            <a:off x="177754" y="119959"/>
            <a:ext cx="7018913" cy="723900"/>
          </a:xfrm>
        </p:spPr>
        <p:txBody>
          <a:bodyPr/>
          <a:lstStyle/>
          <a:p>
            <a:r>
              <a:rPr lang="zh-TW" altLang="en-US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控制器設定 </a:t>
            </a:r>
            <a:r>
              <a:rPr lang="en-US" altLang="zh-TW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Controller Setting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41594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矩形 260"/>
          <p:cNvSpPr/>
          <p:nvPr/>
        </p:nvSpPr>
        <p:spPr>
          <a:xfrm>
            <a:off x="3351469" y="0"/>
            <a:ext cx="168689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2" name="肘形接點 231"/>
          <p:cNvCxnSpPr>
            <a:stCxn id="255" idx="2"/>
            <a:endCxn id="193" idx="0"/>
          </p:cNvCxnSpPr>
          <p:nvPr/>
        </p:nvCxnSpPr>
        <p:spPr>
          <a:xfrm rot="5400000">
            <a:off x="182163" y="1928693"/>
            <a:ext cx="1665194" cy="48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群組 115"/>
          <p:cNvGrpSpPr/>
          <p:nvPr/>
        </p:nvGrpSpPr>
        <p:grpSpPr>
          <a:xfrm>
            <a:off x="5000014" y="4417890"/>
            <a:ext cx="3652112" cy="2426961"/>
            <a:chOff x="7268560" y="55022"/>
            <a:chExt cx="3652112" cy="2426961"/>
          </a:xfrm>
        </p:grpSpPr>
        <p:sp>
          <p:nvSpPr>
            <p:cNvPr id="117" name="矩形 116"/>
            <p:cNvSpPr/>
            <p:nvPr/>
          </p:nvSpPr>
          <p:spPr>
            <a:xfrm>
              <a:off x="7341965" y="133292"/>
              <a:ext cx="3469218" cy="2345575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9128303" y="55022"/>
              <a:ext cx="179236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角度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9" name="肘形接點 118"/>
            <p:cNvCxnSpPr>
              <a:stCxn id="120" idx="2"/>
            </p:cNvCxnSpPr>
            <p:nvPr/>
          </p:nvCxnSpPr>
          <p:spPr>
            <a:xfrm rot="5400000">
              <a:off x="7500946" y="1342058"/>
              <a:ext cx="147716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矩形 119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1" name="菱形 120"/>
            <p:cNvSpPr/>
            <p:nvPr/>
          </p:nvSpPr>
          <p:spPr>
            <a:xfrm>
              <a:off x="7597361" y="1087895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7536456" y="1078125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92217" y="64750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7392217" y="69637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8" name="肘形接點 127"/>
            <p:cNvCxnSpPr>
              <a:stCxn id="123" idx="3"/>
              <a:endCxn id="129" idx="2"/>
            </p:cNvCxnSpPr>
            <p:nvPr/>
          </p:nvCxnSpPr>
          <p:spPr>
            <a:xfrm flipV="1">
              <a:off x="8967609" y="1118004"/>
              <a:ext cx="1121433" cy="22173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菱形 128"/>
            <p:cNvSpPr/>
            <p:nvPr/>
          </p:nvSpPr>
          <p:spPr>
            <a:xfrm>
              <a:off x="9444531" y="59130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9399572" y="69765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31" name="矩形 130"/>
            <p:cNvSpPr/>
            <p:nvPr/>
          </p:nvSpPr>
          <p:spPr>
            <a:xfrm>
              <a:off x="9458531" y="12104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9461131" y="12339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33" name="肘形接點 132"/>
            <p:cNvCxnSpPr>
              <a:stCxn id="130" idx="1"/>
              <a:endCxn id="124" idx="3"/>
            </p:cNvCxnSpPr>
            <p:nvPr/>
          </p:nvCxnSpPr>
          <p:spPr>
            <a:xfrm rot="10800000">
              <a:off x="9086840" y="85026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肘形接點 133"/>
            <p:cNvCxnSpPr>
              <a:stCxn id="129" idx="0"/>
              <a:endCxn id="122" idx="3"/>
            </p:cNvCxnSpPr>
            <p:nvPr/>
          </p:nvCxnSpPr>
          <p:spPr>
            <a:xfrm rot="16200000" flipV="1">
              <a:off x="9531765" y="34030"/>
              <a:ext cx="17947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文字方塊 134"/>
            <p:cNvSpPr txBox="1"/>
            <p:nvPr/>
          </p:nvSpPr>
          <p:spPr>
            <a:xfrm>
              <a:off x="9018616" y="199429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6" name="文字方塊 135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7387761" y="1624917"/>
              <a:ext cx="1694623" cy="328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0" name="文字方塊 209"/>
            <p:cNvSpPr txBox="1"/>
            <p:nvPr/>
          </p:nvSpPr>
          <p:spPr>
            <a:xfrm>
              <a:off x="7268560" y="1633778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0xD2~8A2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3" name="菱形 232"/>
            <p:cNvSpPr/>
            <p:nvPr/>
          </p:nvSpPr>
          <p:spPr>
            <a:xfrm>
              <a:off x="7591208" y="1975388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1" name="文字方塊 230"/>
            <p:cNvSpPr txBox="1"/>
            <p:nvPr/>
          </p:nvSpPr>
          <p:spPr>
            <a:xfrm>
              <a:off x="7299293" y="2068225"/>
              <a:ext cx="19845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讀取點數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總點數</a:t>
              </a:r>
            </a:p>
          </p:txBody>
        </p:sp>
        <p:cxnSp>
          <p:nvCxnSpPr>
            <p:cNvPr id="234" name="肘形接點 233"/>
            <p:cNvCxnSpPr>
              <a:stCxn id="233" idx="1"/>
              <a:endCxn id="122" idx="1"/>
            </p:cNvCxnSpPr>
            <p:nvPr/>
          </p:nvCxnSpPr>
          <p:spPr>
            <a:xfrm rot="10800000">
              <a:off x="7385396" y="411836"/>
              <a:ext cx="205812" cy="1816850"/>
            </a:xfrm>
            <a:prstGeom prst="bentConnector3">
              <a:avLst>
                <a:gd name="adj1" fmla="val 11481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肘形接點 5"/>
          <p:cNvCxnSpPr>
            <a:cxnSpLocks/>
            <a:stCxn id="9" idx="2"/>
            <a:endCxn id="10" idx="0"/>
          </p:cNvCxnSpPr>
          <p:nvPr/>
        </p:nvCxnSpPr>
        <p:spPr>
          <a:xfrm rot="16200000" flipH="1">
            <a:off x="2678240" y="3323713"/>
            <a:ext cx="3120247" cy="7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480510" y="1912150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3593463" y="1185480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564286" y="124075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3594240" y="4884225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587889" y="4932136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57936" y="1975952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菱形 12"/>
          <p:cNvSpPr/>
          <p:nvPr/>
        </p:nvSpPr>
        <p:spPr>
          <a:xfrm>
            <a:off x="3593463" y="3436438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12522" y="3461501"/>
            <a:ext cx="1850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報表行號有變化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0x6B~0x6C</a:t>
            </a:r>
          </a:p>
        </p:txBody>
      </p:sp>
      <p:sp>
        <p:nvSpPr>
          <p:cNvPr id="15" name="矩形 14"/>
          <p:cNvSpPr/>
          <p:nvPr/>
        </p:nvSpPr>
        <p:spPr>
          <a:xfrm>
            <a:off x="3486860" y="4133829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4286" y="4197631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04239" y="1244677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39777" y="1308479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報表行號讀取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0x6B,0x6C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菱形 58"/>
          <p:cNvSpPr/>
          <p:nvPr/>
        </p:nvSpPr>
        <p:spPr>
          <a:xfrm>
            <a:off x="3594240" y="2639983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587889" y="2687894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14" name="群組 113"/>
          <p:cNvGrpSpPr/>
          <p:nvPr/>
        </p:nvGrpSpPr>
        <p:grpSpPr>
          <a:xfrm>
            <a:off x="5010188" y="-820"/>
            <a:ext cx="3588387" cy="2241885"/>
            <a:chOff x="7273016" y="55022"/>
            <a:chExt cx="3588387" cy="2241885"/>
          </a:xfrm>
        </p:grpSpPr>
        <p:sp>
          <p:nvSpPr>
            <p:cNvPr id="69" name="矩形 68"/>
            <p:cNvSpPr/>
            <p:nvPr/>
          </p:nvSpPr>
          <p:spPr>
            <a:xfrm>
              <a:off x="7351144" y="133293"/>
              <a:ext cx="3479581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9117049" y="55022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讀取報表履歷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1" name="肘形接點 70"/>
            <p:cNvCxnSpPr>
              <a:stCxn id="72" idx="2"/>
              <a:endCxn id="78" idx="0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3" name="菱形 72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7392217" y="1877301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7273016" y="1925031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0xD2~188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0" name="肘形接點 79"/>
            <p:cNvCxnSpPr>
              <a:stCxn id="75" idx="3"/>
              <a:endCxn id="81" idx="2"/>
            </p:cNvCxnSpPr>
            <p:nvPr/>
          </p:nvCxnSpPr>
          <p:spPr>
            <a:xfrm flipV="1">
              <a:off x="8967609" y="1148484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菱形 80"/>
            <p:cNvSpPr/>
            <p:nvPr/>
          </p:nvSpPr>
          <p:spPr>
            <a:xfrm>
              <a:off x="9444531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9399572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9458531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9461131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5" name="肘形接點 84"/>
            <p:cNvCxnSpPr>
              <a:stCxn id="82" idx="1"/>
              <a:endCxn id="76" idx="3"/>
            </p:cNvCxnSpPr>
            <p:nvPr/>
          </p:nvCxnSpPr>
          <p:spPr>
            <a:xfrm rot="10800000">
              <a:off x="9086840" y="89090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肘形接點 85"/>
            <p:cNvCxnSpPr>
              <a:stCxn id="81" idx="0"/>
              <a:endCxn id="74" idx="3"/>
            </p:cNvCxnSpPr>
            <p:nvPr/>
          </p:nvCxnSpPr>
          <p:spPr>
            <a:xfrm rot="16200000" flipV="1">
              <a:off x="9516525" y="49270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字方塊 86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5009934" y="2217843"/>
            <a:ext cx="3588387" cy="2241885"/>
            <a:chOff x="7272762" y="2273685"/>
            <a:chExt cx="3588387" cy="2241885"/>
          </a:xfrm>
        </p:grpSpPr>
        <p:sp>
          <p:nvSpPr>
            <p:cNvPr id="91" name="投影片編號版面配置區 2"/>
            <p:cNvSpPr txBox="1">
              <a:spLocks/>
            </p:cNvSpPr>
            <p:nvPr/>
          </p:nvSpPr>
          <p:spPr>
            <a:xfrm>
              <a:off x="7620463" y="4150444"/>
              <a:ext cx="2841348" cy="365125"/>
            </a:xfrm>
            <a:prstGeom prst="rect">
              <a:avLst/>
            </a:prstGeom>
          </p:spPr>
          <p:txBody>
            <a:bodyPr vert="horz" lIns="91331" tIns="45665" rIns="91331" bIns="45665" rtlCol="0" anchor="ctr"/>
            <a:lstStyle>
              <a:defPPr>
                <a:defRPr lang="zh-TW"/>
              </a:defPPr>
              <a:lvl1pPr algn="ctr" rtl="0" fontAlgn="auto">
                <a:spcBef>
                  <a:spcPts val="0"/>
                </a:spcBef>
                <a:spcAft>
                  <a:spcPts val="0"/>
                </a:spcAft>
                <a:defRPr kumimoji="0"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603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2pPr>
              <a:lvl3pPr marL="912075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3pPr>
              <a:lvl4pPr marL="1368132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4pPr>
              <a:lvl5pPr marL="1824171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5pPr>
              <a:lvl6pPr marL="2280223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6pPr>
              <a:lvl7pPr marL="2736262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7pPr>
              <a:lvl8pPr marL="3192311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8pPr>
              <a:lvl9pPr marL="3648355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9pPr>
            </a:lstStyle>
            <a:p>
              <a:pPr>
                <a:defRPr/>
              </a:pPr>
              <a:fld id="{BCF30919-0B1B-4905-A9C8-CBB53A334A4C}" type="slidenum">
                <a:rPr lang="zh-TW" altLang="en-US" smtClean="0">
                  <a:solidFill>
                    <a:srgbClr val="000000">
                      <a:tint val="75000"/>
                    </a:srgbClr>
                  </a:solidFill>
                </a:rPr>
                <a:pPr>
                  <a:defRPr/>
                </a:pPr>
                <a:t>4</a:t>
              </a:fld>
              <a:endParaRPr lang="zh-TW" altLang="en-US" dirty="0">
                <a:solidFill>
                  <a:srgbClr val="000000">
                    <a:tint val="75000"/>
                  </a:srgbClr>
                </a:solidFill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7337157" y="2351956"/>
              <a:ext cx="3493314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9116795" y="2273685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讀取曲線刻度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4" name="肘形接點 93"/>
            <p:cNvCxnSpPr>
              <a:stCxn id="95" idx="2"/>
              <a:endCxn id="101" idx="0"/>
            </p:cNvCxnSpPr>
            <p:nvPr/>
          </p:nvCxnSpPr>
          <p:spPr>
            <a:xfrm rot="5400000">
              <a:off x="7602362" y="3459051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 94"/>
            <p:cNvSpPr/>
            <p:nvPr/>
          </p:nvSpPr>
          <p:spPr>
            <a:xfrm>
              <a:off x="7391963" y="2394201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菱形 95"/>
            <p:cNvSpPr/>
            <p:nvPr/>
          </p:nvSpPr>
          <p:spPr>
            <a:xfrm>
              <a:off x="7607267" y="3389143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7385142" y="2368889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7536202" y="3425093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7391963" y="2906808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7391963" y="2955674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7391963" y="4095964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7272762" y="4143694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0xD2~168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3" name="肘形接點 102"/>
            <p:cNvCxnSpPr>
              <a:stCxn id="98" idx="3"/>
              <a:endCxn id="104" idx="2"/>
            </p:cNvCxnSpPr>
            <p:nvPr/>
          </p:nvCxnSpPr>
          <p:spPr>
            <a:xfrm flipV="1">
              <a:off x="8967355" y="3367147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菱形 103"/>
            <p:cNvSpPr/>
            <p:nvPr/>
          </p:nvSpPr>
          <p:spPr>
            <a:xfrm>
              <a:off x="9444277" y="284045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9399318" y="2956956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9458277" y="3479949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9460877" y="3528814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8" name="肘形接點 107"/>
            <p:cNvCxnSpPr>
              <a:stCxn id="105" idx="1"/>
              <a:endCxn id="99" idx="3"/>
            </p:cNvCxnSpPr>
            <p:nvPr/>
          </p:nvCxnSpPr>
          <p:spPr>
            <a:xfrm rot="10800000">
              <a:off x="9086586" y="3109563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肘形接點 108"/>
            <p:cNvCxnSpPr>
              <a:stCxn id="104" idx="0"/>
              <a:endCxn id="97" idx="3"/>
            </p:cNvCxnSpPr>
            <p:nvPr/>
          </p:nvCxnSpPr>
          <p:spPr>
            <a:xfrm rot="16200000" flipV="1">
              <a:off x="9516271" y="2267933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8188139" y="383158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8887739" y="345929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9086584" y="285794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9973817" y="2578030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3" name="群組 162"/>
          <p:cNvGrpSpPr/>
          <p:nvPr/>
        </p:nvGrpSpPr>
        <p:grpSpPr>
          <a:xfrm>
            <a:off x="8548324" y="3243239"/>
            <a:ext cx="3613788" cy="2241885"/>
            <a:chOff x="7272762" y="2273685"/>
            <a:chExt cx="3613788" cy="2241885"/>
          </a:xfrm>
        </p:grpSpPr>
        <p:sp>
          <p:nvSpPr>
            <p:cNvPr id="164" name="投影片編號版面配置區 2"/>
            <p:cNvSpPr txBox="1">
              <a:spLocks/>
            </p:cNvSpPr>
            <p:nvPr/>
          </p:nvSpPr>
          <p:spPr>
            <a:xfrm>
              <a:off x="7620463" y="4150444"/>
              <a:ext cx="2841348" cy="365125"/>
            </a:xfrm>
            <a:prstGeom prst="rect">
              <a:avLst/>
            </a:prstGeom>
          </p:spPr>
          <p:txBody>
            <a:bodyPr vert="horz" lIns="91331" tIns="45665" rIns="91331" bIns="45665" rtlCol="0" anchor="ctr"/>
            <a:lstStyle>
              <a:defPPr>
                <a:defRPr lang="zh-TW"/>
              </a:defPPr>
              <a:lvl1pPr algn="ctr" rtl="0" fontAlgn="auto">
                <a:spcBef>
                  <a:spcPts val="0"/>
                </a:spcBef>
                <a:spcAft>
                  <a:spcPts val="0"/>
                </a:spcAft>
                <a:defRPr kumimoji="0"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603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2pPr>
              <a:lvl3pPr marL="912075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3pPr>
              <a:lvl4pPr marL="1368132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4pPr>
              <a:lvl5pPr marL="1824171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5pPr>
              <a:lvl6pPr marL="2280223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6pPr>
              <a:lvl7pPr marL="2736262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7pPr>
              <a:lvl8pPr marL="3192311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8pPr>
              <a:lvl9pPr marL="3648355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9pPr>
            </a:lstStyle>
            <a:p>
              <a:pPr>
                <a:defRPr/>
              </a:pPr>
              <a:fld id="{BCF30919-0B1B-4905-A9C8-CBB53A334A4C}" type="slidenum">
                <a:rPr lang="zh-TW" altLang="en-US" smtClean="0">
                  <a:solidFill>
                    <a:srgbClr val="000000">
                      <a:tint val="75000"/>
                    </a:srgbClr>
                  </a:solidFill>
                </a:rPr>
                <a:pPr>
                  <a:defRPr/>
                </a:pPr>
                <a:t>4</a:t>
              </a:fld>
              <a:endParaRPr lang="zh-TW" altLang="en-US" dirty="0">
                <a:solidFill>
                  <a:srgbClr val="000000">
                    <a:tint val="75000"/>
                  </a:srgbClr>
                </a:solidFill>
              </a:endParaRPr>
            </a:p>
          </p:txBody>
        </p:sp>
        <p:sp>
          <p:nvSpPr>
            <p:cNvPr id="165" name="矩形 164"/>
            <p:cNvSpPr/>
            <p:nvPr/>
          </p:nvSpPr>
          <p:spPr>
            <a:xfrm>
              <a:off x="7338140" y="2351956"/>
              <a:ext cx="3492331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6" name="文字方塊 165"/>
            <p:cNvSpPr txBox="1"/>
            <p:nvPr/>
          </p:nvSpPr>
          <p:spPr>
            <a:xfrm>
              <a:off x="9142196" y="2273685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讀取鎖付參數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7" name="肘形接點 166"/>
            <p:cNvCxnSpPr>
              <a:stCxn id="168" idx="2"/>
              <a:endCxn id="174" idx="0"/>
            </p:cNvCxnSpPr>
            <p:nvPr/>
          </p:nvCxnSpPr>
          <p:spPr>
            <a:xfrm rot="5400000">
              <a:off x="7602362" y="3459051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矩形 167"/>
            <p:cNvSpPr/>
            <p:nvPr/>
          </p:nvSpPr>
          <p:spPr>
            <a:xfrm>
              <a:off x="7391963" y="2394201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9" name="菱形 168"/>
            <p:cNvSpPr/>
            <p:nvPr/>
          </p:nvSpPr>
          <p:spPr>
            <a:xfrm>
              <a:off x="7607267" y="3389143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0" name="文字方塊 169"/>
            <p:cNvSpPr txBox="1"/>
            <p:nvPr/>
          </p:nvSpPr>
          <p:spPr>
            <a:xfrm>
              <a:off x="7385142" y="2368889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1" name="文字方塊 170"/>
            <p:cNvSpPr txBox="1"/>
            <p:nvPr/>
          </p:nvSpPr>
          <p:spPr>
            <a:xfrm>
              <a:off x="7536202" y="3425093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7391963" y="2906808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3" name="文字方塊 172"/>
            <p:cNvSpPr txBox="1"/>
            <p:nvPr/>
          </p:nvSpPr>
          <p:spPr>
            <a:xfrm>
              <a:off x="7391963" y="2955674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7391963" y="4095964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5" name="文字方塊 174"/>
            <p:cNvSpPr txBox="1"/>
            <p:nvPr/>
          </p:nvSpPr>
          <p:spPr>
            <a:xfrm>
              <a:off x="7272762" y="4143694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0xD2~2F8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76" name="肘形接點 175"/>
            <p:cNvCxnSpPr>
              <a:stCxn id="171" idx="3"/>
              <a:endCxn id="177" idx="2"/>
            </p:cNvCxnSpPr>
            <p:nvPr/>
          </p:nvCxnSpPr>
          <p:spPr>
            <a:xfrm flipV="1">
              <a:off x="8967355" y="3367147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菱形 176"/>
            <p:cNvSpPr/>
            <p:nvPr/>
          </p:nvSpPr>
          <p:spPr>
            <a:xfrm>
              <a:off x="9444277" y="284045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8" name="文字方塊 177"/>
            <p:cNvSpPr txBox="1"/>
            <p:nvPr/>
          </p:nvSpPr>
          <p:spPr>
            <a:xfrm>
              <a:off x="9399318" y="2956956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79" name="矩形 178"/>
            <p:cNvSpPr/>
            <p:nvPr/>
          </p:nvSpPr>
          <p:spPr>
            <a:xfrm>
              <a:off x="9458277" y="3479949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0" name="文字方塊 179"/>
            <p:cNvSpPr txBox="1"/>
            <p:nvPr/>
          </p:nvSpPr>
          <p:spPr>
            <a:xfrm>
              <a:off x="9460877" y="3528814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1" name="肘形接點 180"/>
            <p:cNvCxnSpPr>
              <a:stCxn id="178" idx="1"/>
              <a:endCxn id="172" idx="3"/>
            </p:cNvCxnSpPr>
            <p:nvPr/>
          </p:nvCxnSpPr>
          <p:spPr>
            <a:xfrm rot="10800000">
              <a:off x="9086586" y="3109563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肘形接點 181"/>
            <p:cNvCxnSpPr>
              <a:stCxn id="177" idx="0"/>
              <a:endCxn id="170" idx="3"/>
            </p:cNvCxnSpPr>
            <p:nvPr/>
          </p:nvCxnSpPr>
          <p:spPr>
            <a:xfrm rot="16200000" flipV="1">
              <a:off x="9516271" y="2267933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文字方塊 182"/>
            <p:cNvSpPr txBox="1"/>
            <p:nvPr/>
          </p:nvSpPr>
          <p:spPr>
            <a:xfrm>
              <a:off x="8188139" y="383158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4" name="文字方塊 183"/>
            <p:cNvSpPr txBox="1"/>
            <p:nvPr/>
          </p:nvSpPr>
          <p:spPr>
            <a:xfrm>
              <a:off x="8887739" y="345929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5" name="文字方塊 184"/>
            <p:cNvSpPr txBox="1"/>
            <p:nvPr/>
          </p:nvSpPr>
          <p:spPr>
            <a:xfrm>
              <a:off x="9086584" y="285794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6" name="文字方塊 185"/>
            <p:cNvSpPr txBox="1"/>
            <p:nvPr/>
          </p:nvSpPr>
          <p:spPr>
            <a:xfrm>
              <a:off x="9973817" y="2578030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87" name="群組 186"/>
          <p:cNvGrpSpPr/>
          <p:nvPr/>
        </p:nvGrpSpPr>
        <p:grpSpPr>
          <a:xfrm>
            <a:off x="84357" y="2746798"/>
            <a:ext cx="3311203" cy="1787407"/>
            <a:chOff x="7341715" y="133293"/>
            <a:chExt cx="3311203" cy="1787407"/>
          </a:xfrm>
        </p:grpSpPr>
        <p:sp>
          <p:nvSpPr>
            <p:cNvPr id="188" name="矩形 187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0" name="肘形接點 189"/>
            <p:cNvCxnSpPr>
              <a:stCxn id="191" idx="2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矩形 190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2" name="菱形 191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3" name="文字方塊 192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解除單顆鎖付完成限制工具啟動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6" name="文字方塊 195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9" name="肘形接點 198"/>
            <p:cNvCxnSpPr>
              <a:stCxn id="194" idx="3"/>
              <a:endCxn id="200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菱形 199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02" name="矩形 201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4" name="肘形接點 203"/>
            <p:cNvCxnSpPr>
              <a:stCxn id="201" idx="1"/>
              <a:endCxn id="195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肘形接點 204"/>
            <p:cNvCxnSpPr>
              <a:stCxn id="200" idx="0"/>
              <a:endCxn id="193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字方塊 205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1" name="群組 210"/>
          <p:cNvGrpSpPr/>
          <p:nvPr/>
        </p:nvGrpSpPr>
        <p:grpSpPr>
          <a:xfrm>
            <a:off x="77337" y="4531351"/>
            <a:ext cx="3311203" cy="1866844"/>
            <a:chOff x="7341715" y="133293"/>
            <a:chExt cx="3311203" cy="1866844"/>
          </a:xfrm>
        </p:grpSpPr>
        <p:sp>
          <p:nvSpPr>
            <p:cNvPr id="212" name="矩形 211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13" name="肘形接點 212"/>
            <p:cNvCxnSpPr>
              <a:stCxn id="214" idx="2"/>
              <a:endCxn id="217" idx="0"/>
            </p:cNvCxnSpPr>
            <p:nvPr/>
          </p:nvCxnSpPr>
          <p:spPr>
            <a:xfrm rot="16200000" flipH="1">
              <a:off x="7944304" y="898700"/>
              <a:ext cx="602955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矩形 213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5" name="菱形 214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6" name="文字方塊 215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#562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讀取曲線取樣模式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7" name="文字方塊 216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0xCF=562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8" name="矩形 217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9" name="文字方塊 218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0" name="肘形接點 219"/>
            <p:cNvCxnSpPr>
              <a:stCxn id="217" idx="3"/>
              <a:endCxn id="221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菱形 220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23" name="矩形 222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4" name="文字方塊 223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5" name="肘形接點 224"/>
            <p:cNvCxnSpPr>
              <a:stCxn id="222" idx="1"/>
              <a:endCxn id="218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肘形接點 225"/>
            <p:cNvCxnSpPr>
              <a:stCxn id="221" idx="0"/>
              <a:endCxn id="216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字方塊 226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8" name="文字方塊 22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9" name="文字方塊 22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0" name="文字方塊 22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235" name="肘形接點 234"/>
          <p:cNvCxnSpPr>
            <a:stCxn id="215" idx="2"/>
            <a:endCxn id="9" idx="1"/>
          </p:cNvCxnSpPr>
          <p:nvPr/>
        </p:nvCxnSpPr>
        <p:spPr>
          <a:xfrm rot="5400000" flipH="1" flipV="1">
            <a:off x="-46364" y="2536386"/>
            <a:ext cx="4644668" cy="2576632"/>
          </a:xfrm>
          <a:prstGeom prst="bentConnector4">
            <a:avLst>
              <a:gd name="adj1" fmla="val -4922"/>
              <a:gd name="adj2" fmla="val 937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肘形接點 244"/>
          <p:cNvCxnSpPr>
            <a:cxnSpLocks/>
            <a:stCxn id="11" idx="2"/>
            <a:endCxn id="74" idx="1"/>
          </p:cNvCxnSpPr>
          <p:nvPr/>
        </p:nvCxnSpPr>
        <p:spPr>
          <a:xfrm rot="5400000" flipH="1" flipV="1">
            <a:off x="2142392" y="2475180"/>
            <a:ext cx="5099362" cy="860990"/>
          </a:xfrm>
          <a:prstGeom prst="bentConnector4">
            <a:avLst>
              <a:gd name="adj1" fmla="val -4483"/>
              <a:gd name="adj2" fmla="val 891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肘形接點 249"/>
          <p:cNvCxnSpPr>
            <a:stCxn id="233" idx="3"/>
            <a:endCxn id="242" idx="0"/>
          </p:cNvCxnSpPr>
          <p:nvPr/>
        </p:nvCxnSpPr>
        <p:spPr>
          <a:xfrm flipV="1">
            <a:off x="6611684" y="940527"/>
            <a:ext cx="2936173" cy="5651027"/>
          </a:xfrm>
          <a:prstGeom prst="bentConnector4">
            <a:avLst>
              <a:gd name="adj1" fmla="val 67396"/>
              <a:gd name="adj2" fmla="val 1040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矩形 253"/>
          <p:cNvSpPr/>
          <p:nvPr/>
        </p:nvSpPr>
        <p:spPr>
          <a:xfrm>
            <a:off x="43781" y="8467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流程圖: 替代程序 254"/>
          <p:cNvSpPr/>
          <p:nvPr/>
        </p:nvSpPr>
        <p:spPr>
          <a:xfrm>
            <a:off x="514194" y="574243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6" name="流程圖: 替代程序 255"/>
          <p:cNvSpPr/>
          <p:nvPr/>
        </p:nvSpPr>
        <p:spPr>
          <a:xfrm>
            <a:off x="9014603" y="5678147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End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58" name="肘形接點 257"/>
          <p:cNvCxnSpPr>
            <a:stCxn id="174" idx="2"/>
            <a:endCxn id="256" idx="0"/>
          </p:cNvCxnSpPr>
          <p:nvPr/>
        </p:nvCxnSpPr>
        <p:spPr>
          <a:xfrm rot="16200000" flipH="1">
            <a:off x="9397475" y="5558011"/>
            <a:ext cx="237497" cy="27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文字方塊 262"/>
          <p:cNvSpPr txBox="1"/>
          <p:nvPr/>
        </p:nvSpPr>
        <p:spPr>
          <a:xfrm>
            <a:off x="3534621" y="138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271" name="文字方塊 270"/>
          <p:cNvSpPr txBox="1"/>
          <p:nvPr/>
        </p:nvSpPr>
        <p:spPr>
          <a:xfrm>
            <a:off x="3332960" y="21040"/>
            <a:ext cx="1347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DI Running</a:t>
            </a:r>
            <a:endParaRPr lang="zh-TW" altLang="en-US" sz="1400" dirty="0"/>
          </a:p>
        </p:txBody>
      </p:sp>
      <p:sp>
        <p:nvSpPr>
          <p:cNvPr id="276" name="標題 1"/>
          <p:cNvSpPr txBox="1">
            <a:spLocks/>
          </p:cNvSpPr>
          <p:nvPr/>
        </p:nvSpPr>
        <p:spPr bwMode="auto">
          <a:xfrm>
            <a:off x="-89906" y="-114054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flow chart</a:t>
            </a:r>
            <a:endParaRPr lang="zh-TW" altLang="en-US" sz="3600" kern="0" dirty="0"/>
          </a:p>
        </p:txBody>
      </p:sp>
      <p:sp>
        <p:nvSpPr>
          <p:cNvPr id="189" name="矩形 188"/>
          <p:cNvSpPr/>
          <p:nvPr/>
        </p:nvSpPr>
        <p:spPr>
          <a:xfrm>
            <a:off x="199879" y="1982317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277305" y="2046119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36" name="群組 235"/>
          <p:cNvGrpSpPr/>
          <p:nvPr/>
        </p:nvGrpSpPr>
        <p:grpSpPr>
          <a:xfrm>
            <a:off x="8546740" y="845323"/>
            <a:ext cx="3652112" cy="2567705"/>
            <a:chOff x="7268560" y="55022"/>
            <a:chExt cx="3652112" cy="2567705"/>
          </a:xfrm>
        </p:grpSpPr>
        <p:sp>
          <p:nvSpPr>
            <p:cNvPr id="237" name="矩形 236"/>
            <p:cNvSpPr/>
            <p:nvPr/>
          </p:nvSpPr>
          <p:spPr>
            <a:xfrm>
              <a:off x="7341965" y="133292"/>
              <a:ext cx="3469218" cy="2345575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8" name="文字方塊 237"/>
            <p:cNvSpPr txBox="1"/>
            <p:nvPr/>
          </p:nvSpPr>
          <p:spPr>
            <a:xfrm>
              <a:off x="9128303" y="55022"/>
              <a:ext cx="179236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扭矩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39" name="肘形接點 238"/>
            <p:cNvCxnSpPr>
              <a:stCxn id="240" idx="2"/>
            </p:cNvCxnSpPr>
            <p:nvPr/>
          </p:nvCxnSpPr>
          <p:spPr>
            <a:xfrm rot="5400000">
              <a:off x="7500946" y="1342058"/>
              <a:ext cx="147716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矩形 239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1" name="菱形 240"/>
            <p:cNvSpPr/>
            <p:nvPr/>
          </p:nvSpPr>
          <p:spPr>
            <a:xfrm>
              <a:off x="7597361" y="1087895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2" name="文字方塊 241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3" name="文字方塊 242"/>
            <p:cNvSpPr txBox="1"/>
            <p:nvPr/>
          </p:nvSpPr>
          <p:spPr>
            <a:xfrm>
              <a:off x="7536456" y="1078125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4" name="矩形 243"/>
            <p:cNvSpPr/>
            <p:nvPr/>
          </p:nvSpPr>
          <p:spPr>
            <a:xfrm>
              <a:off x="7392217" y="64750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6" name="文字方塊 245"/>
            <p:cNvSpPr txBox="1"/>
            <p:nvPr/>
          </p:nvSpPr>
          <p:spPr>
            <a:xfrm>
              <a:off x="7392217" y="69637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47" name="肘形接點 246"/>
            <p:cNvCxnSpPr>
              <a:stCxn id="243" idx="3"/>
              <a:endCxn id="248" idx="2"/>
            </p:cNvCxnSpPr>
            <p:nvPr/>
          </p:nvCxnSpPr>
          <p:spPr>
            <a:xfrm flipV="1">
              <a:off x="8967609" y="1118004"/>
              <a:ext cx="1121433" cy="22173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菱形 247"/>
            <p:cNvSpPr/>
            <p:nvPr/>
          </p:nvSpPr>
          <p:spPr>
            <a:xfrm>
              <a:off x="9444531" y="59130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9" name="文字方塊 248"/>
            <p:cNvSpPr txBox="1"/>
            <p:nvPr/>
          </p:nvSpPr>
          <p:spPr>
            <a:xfrm>
              <a:off x="9399572" y="69765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51" name="矩形 250"/>
            <p:cNvSpPr/>
            <p:nvPr/>
          </p:nvSpPr>
          <p:spPr>
            <a:xfrm>
              <a:off x="9458531" y="12104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2" name="文字方塊 251"/>
            <p:cNvSpPr txBox="1"/>
            <p:nvPr/>
          </p:nvSpPr>
          <p:spPr>
            <a:xfrm>
              <a:off x="9461131" y="12339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53" name="肘形接點 252"/>
            <p:cNvCxnSpPr>
              <a:stCxn id="249" idx="1"/>
              <a:endCxn id="244" idx="3"/>
            </p:cNvCxnSpPr>
            <p:nvPr/>
          </p:nvCxnSpPr>
          <p:spPr>
            <a:xfrm rot="10800000">
              <a:off x="9086840" y="85026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肘形接點 256"/>
            <p:cNvCxnSpPr>
              <a:stCxn id="248" idx="0"/>
              <a:endCxn id="242" idx="3"/>
            </p:cNvCxnSpPr>
            <p:nvPr/>
          </p:nvCxnSpPr>
          <p:spPr>
            <a:xfrm rot="16200000" flipV="1">
              <a:off x="9531765" y="34030"/>
              <a:ext cx="17947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文字方塊 258"/>
            <p:cNvSpPr txBox="1"/>
            <p:nvPr/>
          </p:nvSpPr>
          <p:spPr>
            <a:xfrm>
              <a:off x="8344028" y="231495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0" name="文字方塊 259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2" name="文字方塊 261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4" name="文字方塊 263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5" name="矩形 264"/>
            <p:cNvSpPr/>
            <p:nvPr/>
          </p:nvSpPr>
          <p:spPr>
            <a:xfrm>
              <a:off x="7387761" y="1624917"/>
              <a:ext cx="1694623" cy="328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6" name="文字方塊 265"/>
            <p:cNvSpPr txBox="1"/>
            <p:nvPr/>
          </p:nvSpPr>
          <p:spPr>
            <a:xfrm>
              <a:off x="7268560" y="1633778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0xD2~8A2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7" name="菱形 266"/>
            <p:cNvSpPr/>
            <p:nvPr/>
          </p:nvSpPr>
          <p:spPr>
            <a:xfrm>
              <a:off x="7591208" y="1975388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8" name="文字方塊 267"/>
            <p:cNvSpPr txBox="1"/>
            <p:nvPr/>
          </p:nvSpPr>
          <p:spPr>
            <a:xfrm>
              <a:off x="7299293" y="2068225"/>
              <a:ext cx="19845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讀取點數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總點數</a:t>
              </a:r>
            </a:p>
          </p:txBody>
        </p:sp>
        <p:cxnSp>
          <p:nvCxnSpPr>
            <p:cNvPr id="269" name="肘形接點 268"/>
            <p:cNvCxnSpPr>
              <a:stCxn id="267" idx="1"/>
              <a:endCxn id="242" idx="1"/>
            </p:cNvCxnSpPr>
            <p:nvPr/>
          </p:nvCxnSpPr>
          <p:spPr>
            <a:xfrm rot="10800000">
              <a:off x="7385396" y="411836"/>
              <a:ext cx="205812" cy="1816850"/>
            </a:xfrm>
            <a:prstGeom prst="bentConnector3">
              <a:avLst>
                <a:gd name="adj1" fmla="val 11481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06573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 230"/>
          <p:cNvSpPr/>
          <p:nvPr/>
        </p:nvSpPr>
        <p:spPr>
          <a:xfrm>
            <a:off x="6809018" y="-8696"/>
            <a:ext cx="168689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3383888" y="688082"/>
            <a:ext cx="3415986" cy="5464443"/>
            <a:chOff x="3858021" y="241297"/>
            <a:chExt cx="3974584" cy="6358014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8021" y="241297"/>
              <a:ext cx="3974584" cy="6358014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936423" y="2377842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3936423" y="4789086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33" name="肘形接點 232"/>
          <p:cNvCxnSpPr>
            <a:stCxn id="237" idx="2"/>
            <a:endCxn id="243" idx="0"/>
          </p:cNvCxnSpPr>
          <p:nvPr/>
        </p:nvCxnSpPr>
        <p:spPr>
          <a:xfrm rot="5400000">
            <a:off x="6118289" y="3097353"/>
            <a:ext cx="308105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矩形 233"/>
          <p:cNvSpPr/>
          <p:nvPr/>
        </p:nvSpPr>
        <p:spPr>
          <a:xfrm>
            <a:off x="6901349" y="2416200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6" name="菱形 235"/>
          <p:cNvSpPr/>
          <p:nvPr/>
        </p:nvSpPr>
        <p:spPr>
          <a:xfrm>
            <a:off x="7014302" y="978330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7" name="文字方塊 236"/>
          <p:cNvSpPr txBox="1"/>
          <p:nvPr/>
        </p:nvSpPr>
        <p:spPr>
          <a:xfrm>
            <a:off x="6985125" y="103360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8" name="菱形 237"/>
          <p:cNvSpPr/>
          <p:nvPr/>
        </p:nvSpPr>
        <p:spPr>
          <a:xfrm>
            <a:off x="6985125" y="1671437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9" name="文字方塊 238"/>
          <p:cNvSpPr txBox="1"/>
          <p:nvPr/>
        </p:nvSpPr>
        <p:spPr>
          <a:xfrm>
            <a:off x="6978774" y="171934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文字方塊 239"/>
          <p:cNvSpPr txBox="1"/>
          <p:nvPr/>
        </p:nvSpPr>
        <p:spPr>
          <a:xfrm>
            <a:off x="6978775" y="2480002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1" name="菱形 240"/>
          <p:cNvSpPr/>
          <p:nvPr/>
        </p:nvSpPr>
        <p:spPr>
          <a:xfrm>
            <a:off x="7014302" y="3940488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2" name="文字方塊 241"/>
          <p:cNvSpPr txBox="1"/>
          <p:nvPr/>
        </p:nvSpPr>
        <p:spPr>
          <a:xfrm>
            <a:off x="6733361" y="3945231"/>
            <a:ext cx="1850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報表行號有變化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0x6B~0x6C</a:t>
            </a:r>
          </a:p>
        </p:txBody>
      </p:sp>
      <p:sp>
        <p:nvSpPr>
          <p:cNvPr id="243" name="矩形 242"/>
          <p:cNvSpPr/>
          <p:nvPr/>
        </p:nvSpPr>
        <p:spPr>
          <a:xfrm>
            <a:off x="6907699" y="4637879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4" name="文字方塊 243"/>
          <p:cNvSpPr txBox="1"/>
          <p:nvPr/>
        </p:nvSpPr>
        <p:spPr>
          <a:xfrm>
            <a:off x="6985125" y="4701681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菱形 245"/>
          <p:cNvSpPr/>
          <p:nvPr/>
        </p:nvSpPr>
        <p:spPr>
          <a:xfrm>
            <a:off x="7015079" y="3144033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文字方塊 246"/>
          <p:cNvSpPr txBox="1"/>
          <p:nvPr/>
        </p:nvSpPr>
        <p:spPr>
          <a:xfrm>
            <a:off x="7008728" y="3191944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8" name="文字方塊 247"/>
          <p:cNvSpPr txBox="1"/>
          <p:nvPr/>
        </p:nvSpPr>
        <p:spPr>
          <a:xfrm>
            <a:off x="6809018" y="716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 Running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81535" y="480178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#533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5273124" y="272568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#562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32" name="肘形接點 231"/>
          <p:cNvCxnSpPr>
            <a:stCxn id="255" idx="2"/>
            <a:endCxn id="193" idx="0"/>
          </p:cNvCxnSpPr>
          <p:nvPr/>
        </p:nvCxnSpPr>
        <p:spPr>
          <a:xfrm rot="5400000">
            <a:off x="526112" y="1466518"/>
            <a:ext cx="943740" cy="384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204239" y="1160007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39777" y="1223809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報表行號讀取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0x6B,0x6C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87" name="群組 186"/>
          <p:cNvGrpSpPr/>
          <p:nvPr/>
        </p:nvGrpSpPr>
        <p:grpSpPr>
          <a:xfrm>
            <a:off x="50801" y="1940674"/>
            <a:ext cx="3311203" cy="1787407"/>
            <a:chOff x="7341715" y="133293"/>
            <a:chExt cx="3311203" cy="1787407"/>
          </a:xfrm>
        </p:grpSpPr>
        <p:sp>
          <p:nvSpPr>
            <p:cNvPr id="188" name="矩形 187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0" name="肘形接點 189"/>
            <p:cNvCxnSpPr>
              <a:stCxn id="191" idx="2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矩形 190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2" name="菱形 191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3" name="文字方塊 192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解除單顆鎖付完成限制工具啟動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6" name="文字方塊 195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9" name="肘形接點 198"/>
            <p:cNvCxnSpPr>
              <a:stCxn id="194" idx="3"/>
              <a:endCxn id="200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菱形 199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02" name="矩形 201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4" name="肘形接點 203"/>
            <p:cNvCxnSpPr>
              <a:stCxn id="201" idx="1"/>
              <a:endCxn id="195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肘形接點 204"/>
            <p:cNvCxnSpPr>
              <a:stCxn id="200" idx="0"/>
              <a:endCxn id="193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字方塊 205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1" name="群組 210"/>
          <p:cNvGrpSpPr/>
          <p:nvPr/>
        </p:nvGrpSpPr>
        <p:grpSpPr>
          <a:xfrm>
            <a:off x="43781" y="3725227"/>
            <a:ext cx="3311203" cy="1866844"/>
            <a:chOff x="7341715" y="133293"/>
            <a:chExt cx="3311203" cy="1866844"/>
          </a:xfrm>
        </p:grpSpPr>
        <p:sp>
          <p:nvSpPr>
            <p:cNvPr id="212" name="矩形 211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13" name="肘形接點 212"/>
            <p:cNvCxnSpPr>
              <a:stCxn id="214" idx="2"/>
              <a:endCxn id="217" idx="0"/>
            </p:cNvCxnSpPr>
            <p:nvPr/>
          </p:nvCxnSpPr>
          <p:spPr>
            <a:xfrm rot="16200000" flipH="1">
              <a:off x="7944304" y="898700"/>
              <a:ext cx="602955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矩形 213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5" name="菱形 214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6" name="文字方塊 215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#562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判斷曲線取樣率模式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7" name="文字方塊 216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0xCF=562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8" name="矩形 217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9" name="文字方塊 218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0" name="肘形接點 219"/>
            <p:cNvCxnSpPr>
              <a:stCxn id="217" idx="3"/>
              <a:endCxn id="221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菱形 220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23" name="矩形 222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4" name="文字方塊 223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5" name="肘形接點 224"/>
            <p:cNvCxnSpPr>
              <a:stCxn id="222" idx="1"/>
              <a:endCxn id="218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肘形接點 225"/>
            <p:cNvCxnSpPr>
              <a:stCxn id="221" idx="0"/>
              <a:endCxn id="216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字方塊 226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8" name="文字方塊 22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9" name="文字方塊 22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0" name="文字方塊 22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54" name="矩形 253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流程圖: 替代程序 254"/>
          <p:cNvSpPr/>
          <p:nvPr/>
        </p:nvSpPr>
        <p:spPr>
          <a:xfrm>
            <a:off x="514194" y="489573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882" y="3837357"/>
            <a:ext cx="2911092" cy="701101"/>
          </a:xfrm>
          <a:prstGeom prst="rect">
            <a:avLst/>
          </a:prstGeom>
        </p:spPr>
      </p:pic>
      <p:pic>
        <p:nvPicPr>
          <p:cNvPr id="210" name="圖片 2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381" y="4806195"/>
            <a:ext cx="3348400" cy="516393"/>
          </a:xfrm>
          <a:prstGeom prst="rect">
            <a:avLst/>
          </a:prstGeom>
        </p:spPr>
      </p:pic>
      <p:graphicFrame>
        <p:nvGraphicFramePr>
          <p:cNvPr id="249" name="表格 2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510178"/>
              </p:ext>
            </p:extLst>
          </p:nvPr>
        </p:nvGraphicFramePr>
        <p:xfrm>
          <a:off x="8557209" y="1001818"/>
          <a:ext cx="363479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46">
                  <a:extLst>
                    <a:ext uri="{9D8B030D-6E8A-4147-A177-3AD203B41FA5}">
                      <a16:colId xmlns:a16="http://schemas.microsoft.com/office/drawing/2014/main" val="2408699251"/>
                    </a:ext>
                  </a:extLst>
                </a:gridCol>
                <a:gridCol w="2874746">
                  <a:extLst>
                    <a:ext uri="{9D8B030D-6E8A-4147-A177-3AD203B41FA5}">
                      <a16:colId xmlns:a16="http://schemas.microsoft.com/office/drawing/2014/main" val="2178993153"/>
                    </a:ext>
                  </a:extLst>
                </a:gridCol>
              </a:tblGrid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999114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0x1F52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就緒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15013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確認已清除啟動擰緊訊號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33455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→ 啟動擰緊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15762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51026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執行擰緊動作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963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0x6B</a:t>
                      </a:r>
                    </a:p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鎖付完成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報表行號有變化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(0x6C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值*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65536+0x6B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588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→ 關閉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46126"/>
                  </a:ext>
                </a:extLst>
              </a:tr>
            </a:tbl>
          </a:graphicData>
        </a:graphic>
      </p:graphicFrame>
      <p:sp>
        <p:nvSpPr>
          <p:cNvPr id="251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21966161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896" y="2405117"/>
            <a:ext cx="3109229" cy="4191363"/>
          </a:xfrm>
          <a:prstGeom prst="rect">
            <a:avLst/>
          </a:prstGeom>
        </p:spPr>
      </p:pic>
      <p:sp>
        <p:nvSpPr>
          <p:cNvPr id="254" name="矩形 253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94838" y="84961"/>
            <a:ext cx="3588387" cy="2241885"/>
            <a:chOff x="7273016" y="55022"/>
            <a:chExt cx="3588387" cy="2241885"/>
          </a:xfrm>
        </p:grpSpPr>
        <p:sp>
          <p:nvSpPr>
            <p:cNvPr id="69" name="矩形 68"/>
            <p:cNvSpPr/>
            <p:nvPr/>
          </p:nvSpPr>
          <p:spPr>
            <a:xfrm>
              <a:off x="7351144" y="133293"/>
              <a:ext cx="3479581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9117049" y="55022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讀取報表履歷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1" name="肘形接點 70"/>
            <p:cNvCxnSpPr>
              <a:stCxn id="72" idx="2"/>
              <a:endCxn id="78" idx="0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3" name="菱形 72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7392217" y="1877301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7273016" y="1925031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0xD2~188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0" name="肘形接點 79"/>
            <p:cNvCxnSpPr>
              <a:stCxn id="75" idx="3"/>
              <a:endCxn id="81" idx="2"/>
            </p:cNvCxnSpPr>
            <p:nvPr/>
          </p:nvCxnSpPr>
          <p:spPr>
            <a:xfrm flipV="1">
              <a:off x="8967609" y="1148484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菱形 80"/>
            <p:cNvSpPr/>
            <p:nvPr/>
          </p:nvSpPr>
          <p:spPr>
            <a:xfrm>
              <a:off x="9444531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9399572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9458531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9461131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5" name="肘形接點 84"/>
            <p:cNvCxnSpPr>
              <a:stCxn id="82" idx="1"/>
              <a:endCxn id="76" idx="3"/>
            </p:cNvCxnSpPr>
            <p:nvPr/>
          </p:nvCxnSpPr>
          <p:spPr>
            <a:xfrm rot="10800000">
              <a:off x="9086840" y="89090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肘形接點 85"/>
            <p:cNvCxnSpPr>
              <a:stCxn id="81" idx="0"/>
              <a:endCxn id="74" idx="3"/>
            </p:cNvCxnSpPr>
            <p:nvPr/>
          </p:nvCxnSpPr>
          <p:spPr>
            <a:xfrm rot="16200000" flipV="1">
              <a:off x="9516525" y="49270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字方塊 86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5892883" y="100195"/>
            <a:ext cx="3588387" cy="2241885"/>
            <a:chOff x="7272762" y="2273685"/>
            <a:chExt cx="3588387" cy="2241885"/>
          </a:xfrm>
        </p:grpSpPr>
        <p:sp>
          <p:nvSpPr>
            <p:cNvPr id="91" name="投影片編號版面配置區 2"/>
            <p:cNvSpPr txBox="1">
              <a:spLocks/>
            </p:cNvSpPr>
            <p:nvPr/>
          </p:nvSpPr>
          <p:spPr>
            <a:xfrm>
              <a:off x="7620463" y="4150444"/>
              <a:ext cx="2841348" cy="365125"/>
            </a:xfrm>
            <a:prstGeom prst="rect">
              <a:avLst/>
            </a:prstGeom>
          </p:spPr>
          <p:txBody>
            <a:bodyPr vert="horz" lIns="91331" tIns="45665" rIns="91331" bIns="45665" rtlCol="0" anchor="ctr"/>
            <a:lstStyle>
              <a:defPPr>
                <a:defRPr lang="zh-TW"/>
              </a:defPPr>
              <a:lvl1pPr algn="ctr" rtl="0" fontAlgn="auto">
                <a:spcBef>
                  <a:spcPts val="0"/>
                </a:spcBef>
                <a:spcAft>
                  <a:spcPts val="0"/>
                </a:spcAft>
                <a:defRPr kumimoji="0"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603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2pPr>
              <a:lvl3pPr marL="912075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3pPr>
              <a:lvl4pPr marL="1368132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4pPr>
              <a:lvl5pPr marL="1824171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5pPr>
              <a:lvl6pPr marL="2280223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6pPr>
              <a:lvl7pPr marL="2736262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7pPr>
              <a:lvl8pPr marL="3192311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8pPr>
              <a:lvl9pPr marL="3648355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9pPr>
            </a:lstStyle>
            <a:p>
              <a:pPr>
                <a:defRPr/>
              </a:pPr>
              <a:fld id="{BCF30919-0B1B-4905-A9C8-CBB53A334A4C}" type="slidenum">
                <a:rPr lang="zh-TW" altLang="en-US" smtClean="0">
                  <a:solidFill>
                    <a:srgbClr val="000000">
                      <a:tint val="75000"/>
                    </a:srgbClr>
                  </a:solidFill>
                </a:rPr>
                <a:pPr>
                  <a:defRPr/>
                </a:pPr>
                <a:t>6</a:t>
              </a:fld>
              <a:endParaRPr lang="zh-TW" altLang="en-US" dirty="0">
                <a:solidFill>
                  <a:srgbClr val="000000">
                    <a:tint val="75000"/>
                  </a:srgbClr>
                </a:solidFill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7337157" y="2351956"/>
              <a:ext cx="3493314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9116795" y="2273685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讀取曲線刻度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4" name="肘形接點 93"/>
            <p:cNvCxnSpPr>
              <a:stCxn id="95" idx="2"/>
              <a:endCxn id="101" idx="0"/>
            </p:cNvCxnSpPr>
            <p:nvPr/>
          </p:nvCxnSpPr>
          <p:spPr>
            <a:xfrm rot="5400000">
              <a:off x="7602362" y="3459051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 94"/>
            <p:cNvSpPr/>
            <p:nvPr/>
          </p:nvSpPr>
          <p:spPr>
            <a:xfrm>
              <a:off x="7391963" y="2394201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菱形 95"/>
            <p:cNvSpPr/>
            <p:nvPr/>
          </p:nvSpPr>
          <p:spPr>
            <a:xfrm>
              <a:off x="7607267" y="3389143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7385142" y="2368889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7536202" y="3425093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7391963" y="2906808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7391963" y="2955674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7391963" y="4095964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7272762" y="4143694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0xD2~168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3" name="肘形接點 102"/>
            <p:cNvCxnSpPr>
              <a:stCxn id="98" idx="3"/>
              <a:endCxn id="104" idx="2"/>
            </p:cNvCxnSpPr>
            <p:nvPr/>
          </p:nvCxnSpPr>
          <p:spPr>
            <a:xfrm flipV="1">
              <a:off x="8967355" y="3367147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菱形 103"/>
            <p:cNvSpPr/>
            <p:nvPr/>
          </p:nvSpPr>
          <p:spPr>
            <a:xfrm>
              <a:off x="9444277" y="284045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9399318" y="2956956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9458277" y="3479949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9460877" y="3528814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8" name="肘形接點 107"/>
            <p:cNvCxnSpPr>
              <a:stCxn id="105" idx="1"/>
              <a:endCxn id="99" idx="3"/>
            </p:cNvCxnSpPr>
            <p:nvPr/>
          </p:nvCxnSpPr>
          <p:spPr>
            <a:xfrm rot="10800000">
              <a:off x="9086586" y="3109563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肘形接點 108"/>
            <p:cNvCxnSpPr>
              <a:stCxn id="104" idx="0"/>
              <a:endCxn id="97" idx="3"/>
            </p:cNvCxnSpPr>
            <p:nvPr/>
          </p:nvCxnSpPr>
          <p:spPr>
            <a:xfrm rot="16200000" flipV="1">
              <a:off x="9516271" y="2267933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8188139" y="383158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8887739" y="345929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9086584" y="285794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9973817" y="2578030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194" name="圖片 1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2" y="4333797"/>
            <a:ext cx="2442193" cy="376637"/>
          </a:xfrm>
          <a:prstGeom prst="rect">
            <a:avLst/>
          </a:prstGeom>
        </p:spPr>
      </p:pic>
      <p:pic>
        <p:nvPicPr>
          <p:cNvPr id="195" name="圖片 1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14" y="4785237"/>
            <a:ext cx="1862439" cy="207276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8" y="2374069"/>
            <a:ext cx="2604535" cy="87239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8" y="3218370"/>
            <a:ext cx="2534997" cy="1074687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5263" y="2374069"/>
            <a:ext cx="2616111" cy="4509570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1707" y="1794151"/>
            <a:ext cx="2598645" cy="5105842"/>
          </a:xfrm>
          <a:prstGeom prst="rect">
            <a:avLst/>
          </a:prstGeom>
        </p:spPr>
      </p:pic>
      <p:sp>
        <p:nvSpPr>
          <p:cNvPr id="196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  <p:sp>
        <p:nvSpPr>
          <p:cNvPr id="197" name="矩形 196"/>
          <p:cNvSpPr/>
          <p:nvPr/>
        </p:nvSpPr>
        <p:spPr>
          <a:xfrm>
            <a:off x="2721764" y="2639990"/>
            <a:ext cx="2898362" cy="3828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矩形 197"/>
          <p:cNvSpPr/>
          <p:nvPr/>
        </p:nvSpPr>
        <p:spPr>
          <a:xfrm>
            <a:off x="8797587" y="1896565"/>
            <a:ext cx="2552765" cy="4889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7310937" y="3529566"/>
            <a:ext cx="1266071" cy="132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603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2075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68132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4171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0223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36262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2311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48355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00290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43781" y="48125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7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8" y="2375429"/>
            <a:ext cx="2616111" cy="4509570"/>
          </a:xfrm>
          <a:prstGeom prst="rect">
            <a:avLst/>
          </a:prstGeom>
        </p:spPr>
      </p:pic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869" y="2371549"/>
            <a:ext cx="2616111" cy="4509570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980" y="2357319"/>
            <a:ext cx="3469976" cy="3071782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350" y="2467487"/>
            <a:ext cx="3313133" cy="2725612"/>
          </a:xfrm>
          <a:prstGeom prst="rect">
            <a:avLst/>
          </a:prstGeom>
        </p:spPr>
      </p:pic>
      <p:sp>
        <p:nvSpPr>
          <p:cNvPr id="57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  <p:sp>
        <p:nvSpPr>
          <p:cNvPr id="58" name="矩形 57"/>
          <p:cNvSpPr/>
          <p:nvPr/>
        </p:nvSpPr>
        <p:spPr>
          <a:xfrm>
            <a:off x="9538440" y="2573249"/>
            <a:ext cx="2552765" cy="2788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4816729" y="2764262"/>
            <a:ext cx="1093184" cy="2428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0" name="群組 59"/>
          <p:cNvGrpSpPr/>
          <p:nvPr/>
        </p:nvGrpSpPr>
        <p:grpSpPr>
          <a:xfrm>
            <a:off x="43781" y="5081"/>
            <a:ext cx="3652112" cy="2426961"/>
            <a:chOff x="7268560" y="55022"/>
            <a:chExt cx="3652112" cy="2426961"/>
          </a:xfrm>
        </p:grpSpPr>
        <p:sp>
          <p:nvSpPr>
            <p:cNvPr id="61" name="矩形 60"/>
            <p:cNvSpPr/>
            <p:nvPr/>
          </p:nvSpPr>
          <p:spPr>
            <a:xfrm>
              <a:off x="7341965" y="133292"/>
              <a:ext cx="3469218" cy="2345575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9128303" y="55022"/>
              <a:ext cx="179236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角度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3" name="肘形接點 62"/>
            <p:cNvCxnSpPr>
              <a:stCxn id="64" idx="2"/>
            </p:cNvCxnSpPr>
            <p:nvPr/>
          </p:nvCxnSpPr>
          <p:spPr>
            <a:xfrm rot="5400000">
              <a:off x="7500946" y="1342058"/>
              <a:ext cx="147716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矩形 63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5" name="菱形 64"/>
            <p:cNvSpPr/>
            <p:nvPr/>
          </p:nvSpPr>
          <p:spPr>
            <a:xfrm>
              <a:off x="7597361" y="1087895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7536456" y="1078125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7392217" y="64750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7392217" y="69637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0" name="肘形接點 69"/>
            <p:cNvCxnSpPr>
              <a:stCxn id="67" idx="3"/>
              <a:endCxn id="71" idx="2"/>
            </p:cNvCxnSpPr>
            <p:nvPr/>
          </p:nvCxnSpPr>
          <p:spPr>
            <a:xfrm flipV="1">
              <a:off x="8967609" y="1118004"/>
              <a:ext cx="1121433" cy="22173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菱形 70"/>
            <p:cNvSpPr/>
            <p:nvPr/>
          </p:nvSpPr>
          <p:spPr>
            <a:xfrm>
              <a:off x="9444531" y="59130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9399572" y="69765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9458531" y="12104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9461131" y="12339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5" name="肘形接點 74"/>
            <p:cNvCxnSpPr>
              <a:stCxn id="72" idx="1"/>
              <a:endCxn id="68" idx="3"/>
            </p:cNvCxnSpPr>
            <p:nvPr/>
          </p:nvCxnSpPr>
          <p:spPr>
            <a:xfrm rot="10800000">
              <a:off x="9086840" y="85026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肘形接點 75"/>
            <p:cNvCxnSpPr>
              <a:stCxn id="71" idx="0"/>
              <a:endCxn id="66" idx="3"/>
            </p:cNvCxnSpPr>
            <p:nvPr/>
          </p:nvCxnSpPr>
          <p:spPr>
            <a:xfrm rot="16200000" flipV="1">
              <a:off x="9531765" y="34030"/>
              <a:ext cx="17947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字方塊 76"/>
            <p:cNvSpPr txBox="1"/>
            <p:nvPr/>
          </p:nvSpPr>
          <p:spPr>
            <a:xfrm>
              <a:off x="9018616" y="199429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7387761" y="1624917"/>
              <a:ext cx="1694623" cy="328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7268560" y="1633778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0xD2~8A2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3" name="菱形 82"/>
            <p:cNvSpPr/>
            <p:nvPr/>
          </p:nvSpPr>
          <p:spPr>
            <a:xfrm>
              <a:off x="7591208" y="1975388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7299293" y="2068225"/>
              <a:ext cx="19845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讀取點數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總點數</a:t>
              </a:r>
            </a:p>
          </p:txBody>
        </p:sp>
        <p:cxnSp>
          <p:nvCxnSpPr>
            <p:cNvPr id="85" name="肘形接點 84"/>
            <p:cNvCxnSpPr>
              <a:stCxn id="83" idx="1"/>
              <a:endCxn id="66" idx="1"/>
            </p:cNvCxnSpPr>
            <p:nvPr/>
          </p:nvCxnSpPr>
          <p:spPr>
            <a:xfrm rot="10800000">
              <a:off x="7385396" y="411836"/>
              <a:ext cx="205812" cy="1816850"/>
            </a:xfrm>
            <a:prstGeom prst="bentConnector3">
              <a:avLst>
                <a:gd name="adj1" fmla="val 11481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5943235" y="1572"/>
            <a:ext cx="3652112" cy="2426961"/>
            <a:chOff x="7268560" y="55022"/>
            <a:chExt cx="3652112" cy="2426961"/>
          </a:xfrm>
        </p:grpSpPr>
        <p:sp>
          <p:nvSpPr>
            <p:cNvPr id="87" name="矩形 86"/>
            <p:cNvSpPr/>
            <p:nvPr/>
          </p:nvSpPr>
          <p:spPr>
            <a:xfrm>
              <a:off x="7341965" y="133292"/>
              <a:ext cx="3469218" cy="2345575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9128303" y="55022"/>
              <a:ext cx="179236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扭矩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9" name="肘形接點 88"/>
            <p:cNvCxnSpPr>
              <a:stCxn id="90" idx="2"/>
            </p:cNvCxnSpPr>
            <p:nvPr/>
          </p:nvCxnSpPr>
          <p:spPr>
            <a:xfrm rot="5400000">
              <a:off x="7500946" y="1342058"/>
              <a:ext cx="147716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1" name="菱形 90"/>
            <p:cNvSpPr/>
            <p:nvPr/>
          </p:nvSpPr>
          <p:spPr>
            <a:xfrm>
              <a:off x="7597361" y="1087895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7536456" y="1078125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7392217" y="64750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7392217" y="69637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6" name="肘形接點 95"/>
            <p:cNvCxnSpPr>
              <a:stCxn id="93" idx="3"/>
              <a:endCxn id="97" idx="2"/>
            </p:cNvCxnSpPr>
            <p:nvPr/>
          </p:nvCxnSpPr>
          <p:spPr>
            <a:xfrm flipV="1">
              <a:off x="8967609" y="1118004"/>
              <a:ext cx="1121433" cy="22173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菱形 96"/>
            <p:cNvSpPr/>
            <p:nvPr/>
          </p:nvSpPr>
          <p:spPr>
            <a:xfrm>
              <a:off x="9444531" y="59130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9399572" y="69765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99" name="矩形 98"/>
            <p:cNvSpPr/>
            <p:nvPr/>
          </p:nvSpPr>
          <p:spPr>
            <a:xfrm>
              <a:off x="9458531" y="12104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9461131" y="12339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1" name="肘形接點 100"/>
            <p:cNvCxnSpPr>
              <a:stCxn id="98" idx="1"/>
              <a:endCxn id="94" idx="3"/>
            </p:cNvCxnSpPr>
            <p:nvPr/>
          </p:nvCxnSpPr>
          <p:spPr>
            <a:xfrm rot="10800000">
              <a:off x="9086840" y="850260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肘形接點 101"/>
            <p:cNvCxnSpPr>
              <a:stCxn id="97" idx="0"/>
              <a:endCxn id="92" idx="3"/>
            </p:cNvCxnSpPr>
            <p:nvPr/>
          </p:nvCxnSpPr>
          <p:spPr>
            <a:xfrm rot="16200000" flipV="1">
              <a:off x="9531765" y="34030"/>
              <a:ext cx="17947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102"/>
            <p:cNvSpPr txBox="1"/>
            <p:nvPr/>
          </p:nvSpPr>
          <p:spPr>
            <a:xfrm>
              <a:off x="9018616" y="199429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7387761" y="1624917"/>
              <a:ext cx="1694623" cy="32835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7268560" y="1633778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0xD2~8A2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9" name="菱形 108"/>
            <p:cNvSpPr/>
            <p:nvPr/>
          </p:nvSpPr>
          <p:spPr>
            <a:xfrm>
              <a:off x="7591208" y="1975388"/>
              <a:ext cx="1289022" cy="506595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7299293" y="2068225"/>
              <a:ext cx="19845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讀取點數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總點數</a:t>
              </a:r>
            </a:p>
          </p:txBody>
        </p:sp>
        <p:cxnSp>
          <p:nvCxnSpPr>
            <p:cNvPr id="111" name="肘形接點 110"/>
            <p:cNvCxnSpPr>
              <a:stCxn id="109" idx="1"/>
              <a:endCxn id="92" idx="1"/>
            </p:cNvCxnSpPr>
            <p:nvPr/>
          </p:nvCxnSpPr>
          <p:spPr>
            <a:xfrm rot="10800000">
              <a:off x="7385396" y="411836"/>
              <a:ext cx="205812" cy="1816850"/>
            </a:xfrm>
            <a:prstGeom prst="bentConnector3">
              <a:avLst>
                <a:gd name="adj1" fmla="val 11481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矩形 111"/>
          <p:cNvSpPr/>
          <p:nvPr/>
        </p:nvSpPr>
        <p:spPr>
          <a:xfrm>
            <a:off x="7284845" y="3235751"/>
            <a:ext cx="1266071" cy="2024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603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2075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68132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4171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0223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36262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2311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48355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113" name="矩形 112"/>
          <p:cNvSpPr/>
          <p:nvPr/>
        </p:nvSpPr>
        <p:spPr>
          <a:xfrm>
            <a:off x="1385391" y="3101218"/>
            <a:ext cx="1266071" cy="132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603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2075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68132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4171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0223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36262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2311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48355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304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圖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8" y="2375429"/>
            <a:ext cx="2616111" cy="4509570"/>
          </a:xfrm>
          <a:prstGeom prst="rect">
            <a:avLst/>
          </a:prstGeom>
        </p:spPr>
      </p:pic>
      <p:sp>
        <p:nvSpPr>
          <p:cNvPr id="51" name="矩形 50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8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52" name="群組 51"/>
          <p:cNvGrpSpPr/>
          <p:nvPr/>
        </p:nvGrpSpPr>
        <p:grpSpPr>
          <a:xfrm>
            <a:off x="43781" y="94010"/>
            <a:ext cx="3613788" cy="2241885"/>
            <a:chOff x="7272762" y="2273685"/>
            <a:chExt cx="3613788" cy="2241885"/>
          </a:xfrm>
        </p:grpSpPr>
        <p:sp>
          <p:nvSpPr>
            <p:cNvPr id="53" name="投影片編號版面配置區 2"/>
            <p:cNvSpPr txBox="1">
              <a:spLocks/>
            </p:cNvSpPr>
            <p:nvPr/>
          </p:nvSpPr>
          <p:spPr>
            <a:xfrm>
              <a:off x="7620463" y="4150444"/>
              <a:ext cx="2841348" cy="365125"/>
            </a:xfrm>
            <a:prstGeom prst="rect">
              <a:avLst/>
            </a:prstGeom>
          </p:spPr>
          <p:txBody>
            <a:bodyPr vert="horz" lIns="91331" tIns="45665" rIns="91331" bIns="45665" rtlCol="0" anchor="ctr"/>
            <a:lstStyle>
              <a:defPPr>
                <a:defRPr lang="zh-TW"/>
              </a:defPPr>
              <a:lvl1pPr algn="ctr" rtl="0" fontAlgn="auto">
                <a:spcBef>
                  <a:spcPts val="0"/>
                </a:spcBef>
                <a:spcAft>
                  <a:spcPts val="0"/>
                </a:spcAft>
                <a:defRPr kumimoji="0"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603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2pPr>
              <a:lvl3pPr marL="912075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3pPr>
              <a:lvl4pPr marL="1368132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4pPr>
              <a:lvl5pPr marL="1824171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5pPr>
              <a:lvl6pPr marL="2280223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6pPr>
              <a:lvl7pPr marL="2736262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7pPr>
              <a:lvl8pPr marL="3192311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8pPr>
              <a:lvl9pPr marL="3648355" algn="l" defTabSz="912075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pitchFamily="18" charset="-120"/>
                  <a:cs typeface="Arial" charset="0"/>
                </a:defRPr>
              </a:lvl9pPr>
            </a:lstStyle>
            <a:p>
              <a:pPr>
                <a:defRPr/>
              </a:pPr>
              <a:fld id="{BCF30919-0B1B-4905-A9C8-CBB53A334A4C}" type="slidenum">
                <a:rPr lang="zh-TW" altLang="en-US" smtClean="0">
                  <a:solidFill>
                    <a:srgbClr val="000000">
                      <a:tint val="75000"/>
                    </a:srgbClr>
                  </a:solidFill>
                </a:rPr>
                <a:pPr>
                  <a:defRPr/>
                </a:pPr>
                <a:t>8</a:t>
              </a:fld>
              <a:endParaRPr lang="zh-TW" altLang="en-US" dirty="0">
                <a:solidFill>
                  <a:srgbClr val="000000">
                    <a:tint val="75000"/>
                  </a:srgbClr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7338140" y="2351956"/>
              <a:ext cx="3492331" cy="2163614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9142196" y="2273685"/>
              <a:ext cx="1744354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讀取鎖付參數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6" name="肘形接點 55"/>
            <p:cNvCxnSpPr>
              <a:stCxn id="57" idx="2"/>
              <a:endCxn id="63" idx="0"/>
            </p:cNvCxnSpPr>
            <p:nvPr/>
          </p:nvCxnSpPr>
          <p:spPr>
            <a:xfrm rot="5400000">
              <a:off x="7602362" y="3459051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/>
            <p:cNvSpPr/>
            <p:nvPr/>
          </p:nvSpPr>
          <p:spPr>
            <a:xfrm>
              <a:off x="7391963" y="2394201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8" name="菱形 57"/>
            <p:cNvSpPr/>
            <p:nvPr/>
          </p:nvSpPr>
          <p:spPr>
            <a:xfrm>
              <a:off x="7607267" y="3389143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7385142" y="2368889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發送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0xC8~CE</a:t>
              </a: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清除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7536202" y="3425093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0xCF=751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7391963" y="2906808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7391963" y="2955674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7391963" y="4095964"/>
              <a:ext cx="1694623" cy="3751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7272762" y="4143694"/>
              <a:ext cx="1961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讀取內容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0xD2~2F8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5" name="肘形接點 64"/>
            <p:cNvCxnSpPr>
              <a:stCxn id="60" idx="3"/>
              <a:endCxn id="66" idx="2"/>
            </p:cNvCxnSpPr>
            <p:nvPr/>
          </p:nvCxnSpPr>
          <p:spPr>
            <a:xfrm flipV="1">
              <a:off x="8967355" y="3367147"/>
              <a:ext cx="1121433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菱形 65"/>
            <p:cNvSpPr/>
            <p:nvPr/>
          </p:nvSpPr>
          <p:spPr>
            <a:xfrm>
              <a:off x="9444277" y="2840450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9399318" y="2956956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9458277" y="3479949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9460877" y="3528814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0" name="肘形接點 69"/>
            <p:cNvCxnSpPr>
              <a:stCxn id="67" idx="1"/>
              <a:endCxn id="61" idx="3"/>
            </p:cNvCxnSpPr>
            <p:nvPr/>
          </p:nvCxnSpPr>
          <p:spPr>
            <a:xfrm rot="10800000">
              <a:off x="9086586" y="3109563"/>
              <a:ext cx="312732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肘形接點 70"/>
            <p:cNvCxnSpPr>
              <a:stCxn id="66" idx="0"/>
              <a:endCxn id="59" idx="3"/>
            </p:cNvCxnSpPr>
            <p:nvPr/>
          </p:nvCxnSpPr>
          <p:spPr>
            <a:xfrm rot="16200000" flipV="1">
              <a:off x="9516271" y="2267933"/>
              <a:ext cx="209951" cy="9350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8188139" y="3831586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8887739" y="345929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9086584" y="2857942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9973817" y="2578030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22" y="160208"/>
            <a:ext cx="3267155" cy="3142861"/>
          </a:xfrm>
          <a:prstGeom prst="rect">
            <a:avLst/>
          </a:prstGeom>
        </p:spPr>
      </p:pic>
      <p:pic>
        <p:nvPicPr>
          <p:cNvPr id="82" name="圖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55" y="172281"/>
            <a:ext cx="3109544" cy="6641745"/>
          </a:xfrm>
          <a:prstGeom prst="rect">
            <a:avLst/>
          </a:prstGeom>
        </p:spPr>
      </p:pic>
      <p:sp>
        <p:nvSpPr>
          <p:cNvPr id="83" name="矩形 82"/>
          <p:cNvSpPr/>
          <p:nvPr/>
        </p:nvSpPr>
        <p:spPr>
          <a:xfrm>
            <a:off x="7344076" y="161241"/>
            <a:ext cx="185851" cy="65424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7001464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</a:rPr>
              <a:t>Stage1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7445082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0000FF"/>
                </a:solidFill>
              </a:rPr>
              <a:t>Stage2</a:t>
            </a:r>
            <a:endParaRPr lang="zh-TW" altLang="en-US" sz="1000" dirty="0">
              <a:solidFill>
                <a:srgbClr val="0000FF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526733" y="161241"/>
            <a:ext cx="185851" cy="654240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/>
        </p:nvSpPr>
        <p:spPr>
          <a:xfrm>
            <a:off x="7688419" y="161241"/>
            <a:ext cx="185851" cy="65424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文字方塊 87"/>
          <p:cNvSpPr txBox="1"/>
          <p:nvPr/>
        </p:nvSpPr>
        <p:spPr>
          <a:xfrm>
            <a:off x="7903946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00B050"/>
                </a:solidFill>
              </a:rPr>
              <a:t>Stage3</a:t>
            </a:r>
            <a:endParaRPr lang="zh-TW" altLang="en-US" sz="1000" dirty="0">
              <a:solidFill>
                <a:srgbClr val="00B050"/>
              </a:solidFill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8364827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AE78D6"/>
                </a:solidFill>
              </a:rPr>
              <a:t>Stage4</a:t>
            </a:r>
            <a:endParaRPr lang="zh-TW" altLang="en-US" sz="1000" dirty="0">
              <a:solidFill>
                <a:srgbClr val="AE78D6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8825708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FFC000"/>
                </a:solidFill>
              </a:rPr>
              <a:t>Stage5</a:t>
            </a:r>
            <a:endParaRPr lang="zh-TW" altLang="en-US" sz="1000" dirty="0">
              <a:solidFill>
                <a:srgbClr val="FFC000"/>
              </a:solidFill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9333455" y="-49585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C00000"/>
                </a:solidFill>
              </a:rPr>
              <a:t>Stage6</a:t>
            </a:r>
            <a:endParaRPr lang="zh-TW" altLang="en-US" sz="1000" dirty="0">
              <a:solidFill>
                <a:srgbClr val="C00000"/>
              </a:solidFill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9812748" y="-49585"/>
            <a:ext cx="5309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Loos1</a:t>
            </a:r>
            <a:endParaRPr lang="zh-TW" altLang="en-US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10193602" y="-49585"/>
            <a:ext cx="5309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chemeClr val="accent3">
                    <a:lumMod val="50000"/>
                  </a:schemeClr>
                </a:solidFill>
              </a:rPr>
              <a:t>Loos2</a:t>
            </a:r>
            <a:endParaRPr lang="zh-TW" alt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863514" y="161241"/>
            <a:ext cx="185851" cy="6542409"/>
          </a:xfrm>
          <a:prstGeom prst="rect">
            <a:avLst/>
          </a:prstGeom>
          <a:noFill/>
          <a:ln>
            <a:solidFill>
              <a:srgbClr val="AE78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8026921" y="161241"/>
            <a:ext cx="185851" cy="654240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8192185" y="161241"/>
            <a:ext cx="185851" cy="65424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/>
          <p:cNvSpPr/>
          <p:nvPr/>
        </p:nvSpPr>
        <p:spPr>
          <a:xfrm>
            <a:off x="8374842" y="161241"/>
            <a:ext cx="185851" cy="6542409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8536528" y="161241"/>
            <a:ext cx="185851" cy="6542409"/>
          </a:xfrm>
          <a:prstGeom prst="rect">
            <a:avLst/>
          </a:prstGeom>
          <a:noFill/>
          <a:ln>
            <a:solidFill>
              <a:schemeClr val="accent3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337295" y="2160963"/>
            <a:ext cx="3006368" cy="130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8" name="表格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665006"/>
              </p:ext>
            </p:extLst>
          </p:nvPr>
        </p:nvGraphicFramePr>
        <p:xfrm>
          <a:off x="10420683" y="2153331"/>
          <a:ext cx="1744252" cy="187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985">
                  <a:extLst>
                    <a:ext uri="{9D8B030D-6E8A-4147-A177-3AD203B41FA5}">
                      <a16:colId xmlns:a16="http://schemas.microsoft.com/office/drawing/2014/main" val="1719293765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318303022"/>
                    </a:ext>
                  </a:extLst>
                </a:gridCol>
              </a:tblGrid>
              <a:tr h="267888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Example</a:t>
                      </a:r>
                      <a:endParaRPr lang="zh-TW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12329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0x107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Stage1 Speed</a:t>
                      </a:r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856560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0x139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新細明體"/>
                          <a:cs typeface="Arial"/>
                        </a:rPr>
                        <a:t>Stage2 Speed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新細明體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750501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0x16B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新細明體"/>
                          <a:cs typeface="Arial"/>
                        </a:rPr>
                        <a:t>Stage3 Speed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新細明體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38730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0x19D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新細明體"/>
                          <a:cs typeface="Arial"/>
                        </a:rPr>
                        <a:t>Stage4 Speed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新細明體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055354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0x1CF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新細明體"/>
                          <a:cs typeface="Arial"/>
                        </a:rPr>
                        <a:t>Stage5 Speed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新細明體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71698"/>
                  </a:ext>
                </a:extLst>
              </a:tr>
              <a:tr h="267888"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0x201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新細明體"/>
                          <a:cs typeface="Arial"/>
                        </a:rPr>
                        <a:t>Stage6 Speed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新細明體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35437"/>
                  </a:ext>
                </a:extLst>
              </a:tr>
            </a:tbl>
          </a:graphicData>
        </a:graphic>
      </p:graphicFrame>
      <p:sp>
        <p:nvSpPr>
          <p:cNvPr id="50" name="矩形 49"/>
          <p:cNvSpPr/>
          <p:nvPr/>
        </p:nvSpPr>
        <p:spPr>
          <a:xfrm>
            <a:off x="1372572" y="3611598"/>
            <a:ext cx="1266071" cy="132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603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2075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68132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4171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0223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36262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2311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48355" algn="l" defTabSz="912075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15571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435506"/>
      </p:ext>
    </p:extLst>
  </p:cSld>
  <p:clrMapOvr>
    <a:masterClrMapping/>
  </p:clrMapOvr>
</p:sld>
</file>

<file path=ppt/theme/theme1.xml><?xml version="1.0" encoding="utf-8"?>
<a:theme xmlns:a="http://schemas.openxmlformats.org/drawingml/2006/main" name="Detal1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tal1" id="{2C98F15D-6280-4DE0-8509-1C168712CE1E}" vid="{6D6D3434-D159-4BE0-A442-99ABC5380B29}"/>
    </a:ext>
  </a:extLst>
</a:theme>
</file>

<file path=ppt/theme/theme2.xml><?xml version="1.0" encoding="utf-8"?>
<a:theme xmlns:a="http://schemas.openxmlformats.org/drawingml/2006/main" name="19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1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2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3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4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5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Detal1</Template>
  <TotalTime>3598</TotalTime>
  <Words>778</Words>
  <Application>Microsoft Office PowerPoint</Application>
  <PresentationFormat>寬螢幕</PresentationFormat>
  <Paragraphs>266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10</vt:i4>
      </vt:variant>
      <vt:variant>
        <vt:lpstr>投影片標題</vt:lpstr>
      </vt:variant>
      <vt:variant>
        <vt:i4>9</vt:i4>
      </vt:variant>
    </vt:vector>
  </HeadingPairs>
  <TitlesOfParts>
    <vt:vector size="21" baseType="lpstr">
      <vt:lpstr>微軟正黑體</vt:lpstr>
      <vt:lpstr>Arial</vt:lpstr>
      <vt:lpstr>Detal1</vt:lpstr>
      <vt:lpstr>19_Office 佈景主題</vt:lpstr>
      <vt:lpstr>20_Office 佈景主題</vt:lpstr>
      <vt:lpstr>26_Office 佈景主題</vt:lpstr>
      <vt:lpstr>21_Office 佈景主題</vt:lpstr>
      <vt:lpstr>22_Office 佈景主題</vt:lpstr>
      <vt:lpstr>1_自訂設計</vt:lpstr>
      <vt:lpstr>23_Office 佈景主題</vt:lpstr>
      <vt:lpstr>24_Office 佈景主題</vt:lpstr>
      <vt:lpstr>25_Office 佈景主題</vt:lpstr>
      <vt:lpstr>伺服電鎖 通訊應用 ModbusTCP </vt:lpstr>
      <vt:lpstr>PowerPoint 簡報</vt:lpstr>
      <vt:lpstr>控制器設定 Controller Setting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KEN.CY.HE 何崇瑜</dc:creator>
  <cp:lastModifiedBy>KEN.CY.HE 何崇瑜</cp:lastModifiedBy>
  <cp:revision>464</cp:revision>
  <dcterms:created xsi:type="dcterms:W3CDTF">2024-03-25T01:26:40Z</dcterms:created>
  <dcterms:modified xsi:type="dcterms:W3CDTF">2025-07-09T06:29:24Z</dcterms:modified>
</cp:coreProperties>
</file>